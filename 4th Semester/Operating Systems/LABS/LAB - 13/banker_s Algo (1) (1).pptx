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280" autoAdjust="0"/>
  </p:normalViewPr>
  <p:slideViewPr>
    <p:cSldViewPr snapToGrid="0">
      <p:cViewPr varScale="1"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A476C-F86D-4094-BB0C-6933D17A05AF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849F5-140C-4879-A7DF-7DF14530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85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https://github.com/DilipKumarGangwar/System-Programming-OS-Programs/blob/master/Bankers_Algo_Safety.c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849F5-140C-4879-A7DF-7DF145308D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54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0B660-D149-535F-5269-259345FEC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B70FE-1749-6F3D-013B-84CCFA628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2F7E6-273F-E89A-80C5-E65585F8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1EBA-F64C-475C-A519-A31659BBC121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7C03C-C09E-E446-D382-65EA798A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8FAFD-03A1-7BCE-4FBE-18A4F245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A55A-BF73-408D-8E99-00E1CF26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15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775E1-9BF3-6481-1080-16B1413B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865E-AF89-55B9-A8DF-A80C17784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328-CA87-7FDF-8F5E-51C6691BD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1EBA-F64C-475C-A519-A31659BBC121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8BD5E-D712-DD7A-99A6-C8BF0CB44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1BCC4-3821-E1D9-9E30-20D8959C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A55A-BF73-408D-8E99-00E1CF26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6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B1F5-6B14-002D-9FBD-3747AA678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AB071-329C-0A01-5CCB-E9FB1818A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3D7A2-9C69-4A09-4327-40B5F698F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1EBA-F64C-475C-A519-A31659BBC121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D974F-A3E0-D13E-7E5D-68EF5D7E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991E2-B227-6023-8D90-8B85DF2D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A55A-BF73-408D-8E99-00E1CF26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4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F32BC-426A-D539-2DB4-85C59BE6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6599F-A84C-F884-D5C2-B7860984B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DFEEE-48FE-0710-6C91-03599500E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4E75E-ED8B-F19E-4D7C-D0ECCBA4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1EBA-F64C-475C-A519-A31659BBC121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43832-9DE3-6ADB-3875-9D45BFC67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A47B3-E310-879D-2BCA-BF1A3AA9E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A55A-BF73-408D-8E99-00E1CF26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9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DB5E-B41D-E701-5D1E-147420190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53989-C412-2F51-5FA6-497F75A5D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D6CA3-B748-0BFA-54C8-AF5B70557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6642D2-9C0E-CCDE-48F6-26F0CC65C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D6D2E5-D1A8-FEEF-A51B-A88D0FC3D6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08C182-498E-ED08-A010-07A1C477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1EBA-F64C-475C-A519-A31659BBC121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F42C78-230C-6E6C-6050-C117075F5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7BC98-F5B3-3914-B742-02610914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A55A-BF73-408D-8E99-00E1CF26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02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A065-72AA-B202-2E28-C2FA094B6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208AD-A331-9A90-6738-F6666498E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1EBA-F64C-475C-A519-A31659BBC121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261558-0FC5-9CB1-A875-68207F4E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11D22D-9A63-5DD6-431D-B5955C7F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A55A-BF73-408D-8E99-00E1CF26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75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7D184-C7B0-FBDD-BF52-EC1D27AAE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1EBA-F64C-475C-A519-A31659BBC121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6A08CC-015F-F00C-AE3D-3086D079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3E8B1-9AAB-9C4A-E66E-27AAF163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A55A-BF73-408D-8E99-00E1CF26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9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4544-6DBE-6FFA-C9CA-118EBC40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CC98D-7D65-4ADC-A584-3B68BFF17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CCCE5-DDF3-7A31-F419-8DE033728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86EE8-2992-E4FD-F139-496941BC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1EBA-F64C-475C-A519-A31659BBC121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019E1-85EE-7802-F184-69C36871D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EFE0F-EC57-50A5-C00B-BA50BB5A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A55A-BF73-408D-8E99-00E1CF26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C25B-C2A1-7849-79D4-323FCDA2A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1C5A46-F4D0-C61E-664D-B7B9F25D82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BA4F6-53E5-6B58-0D37-37ABFCA7C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30D0-FD16-2200-1A01-ED5FF6F9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1EBA-F64C-475C-A519-A31659BBC121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59099-09B7-3A76-C504-37536BF52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C55D1-D6D5-0D0C-844C-D3733062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A55A-BF73-408D-8E99-00E1CF26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8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68AA4-C130-A5CE-8686-B6B39896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7EEBE-71ED-C2DD-387F-737A1727A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1E597-A8C1-52A2-32E0-1F69774B6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1EBA-F64C-475C-A519-A31659BBC121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E67ED-DF1E-BCD2-8BE3-4967D0FB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15D62-FBD2-ABC5-7B4B-7FDCE8BA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A55A-BF73-408D-8E99-00E1CF26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6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ADB8F-BAB3-AB33-0659-1D1C9100B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1752D-E9FA-46A6-8B68-618F86DCB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6DEC0-8F50-17F7-6C8F-51DE81312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1EBA-F64C-475C-A519-A31659BBC121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2F08D-4930-D90E-FC8E-CB3D0710D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D06D7-53BF-8FE0-167C-CCBF6DB8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A55A-BF73-408D-8E99-00E1CF26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28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6551DA-6009-92BC-39C1-EDFF6A9B1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899B2-0099-16C8-E226-3180BBF6B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0EF47-0523-E9DF-5CB3-B5BD501AFD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B1EBA-F64C-475C-A519-A31659BBC121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B4C96-5D10-8A6E-87F4-9E1D46876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E9B38-0815-9CFE-7714-354C17C3F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DA55A-BF73-408D-8E99-00E1CF26B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6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DBD0-9287-FC88-DB1A-53AB7D2C48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D1BCF-E3C2-C075-0275-30C39B25A3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15890-F081-A5EF-4932-D654B30E3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6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32B857-43CF-F32E-E087-566DD6CE0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6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92AC2D-8877-79A9-91E0-29C9158E5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53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B6981F-171E-74B0-8103-20122D12E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33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15A08B-7C79-85C7-88CD-636F06D07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190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22</Words>
  <Application>Microsoft Office PowerPoint</Application>
  <PresentationFormat>Widescreen</PresentationFormat>
  <Paragraphs>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AQSA YOUNAS</dc:creator>
  <cp:lastModifiedBy>AQSA YOUNAS</cp:lastModifiedBy>
  <cp:revision>4</cp:revision>
  <dcterms:created xsi:type="dcterms:W3CDTF">2022-05-13T08:23:12Z</dcterms:created>
  <dcterms:modified xsi:type="dcterms:W3CDTF">2022-05-14T04:50:29Z</dcterms:modified>
</cp:coreProperties>
</file>