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307" r:id="rId2"/>
    <p:sldId id="275" r:id="rId3"/>
    <p:sldId id="300" r:id="rId4"/>
    <p:sldId id="301" r:id="rId5"/>
    <p:sldId id="302" r:id="rId6"/>
    <p:sldId id="303" r:id="rId7"/>
    <p:sldId id="304" r:id="rId8"/>
    <p:sldId id="305" r:id="rId9"/>
    <p:sldId id="280" r:id="rId10"/>
    <p:sldId id="281" r:id="rId11"/>
    <p:sldId id="282" r:id="rId12"/>
    <p:sldId id="309" r:id="rId13"/>
    <p:sldId id="296" r:id="rId14"/>
    <p:sldId id="308" r:id="rId15"/>
    <p:sldId id="306" r:id="rId16"/>
    <p:sldId id="310" r:id="rId17"/>
    <p:sldId id="311" r:id="rId18"/>
    <p:sldId id="312" r:id="rId19"/>
    <p:sldId id="315" r:id="rId20"/>
    <p:sldId id="314" r:id="rId21"/>
    <p:sldId id="287" r:id="rId22"/>
    <p:sldId id="313" r:id="rId23"/>
  </p:sldIdLst>
  <p:sldSz cx="10083800" cy="7556500"/>
  <p:notesSz cx="100838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28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ECAEFB-77E3-4517-B757-B5069AA6FB17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AEE9A6C-C246-4F4E-9CE6-5E51B7687DA9}">
      <dgm:prSet/>
      <dgm:spPr/>
      <dgm:t>
        <a:bodyPr/>
        <a:lstStyle/>
        <a:p>
          <a:r>
            <a:rPr lang="en-US"/>
            <a:t>A mutex is a mutual exclusion lock:</a:t>
          </a:r>
        </a:p>
      </dgm:t>
    </dgm:pt>
    <dgm:pt modelId="{96BB48C4-4D95-4DFD-A7B7-A8361A089D1E}" type="parTrans" cxnId="{6FA1D5FE-4DDD-4382-B576-C8FBE842BF20}">
      <dgm:prSet/>
      <dgm:spPr/>
      <dgm:t>
        <a:bodyPr/>
        <a:lstStyle/>
        <a:p>
          <a:endParaRPr lang="en-US"/>
        </a:p>
      </dgm:t>
    </dgm:pt>
    <dgm:pt modelId="{18F7A488-E6E1-4890-BED3-652365580427}" type="sibTrans" cxnId="{6FA1D5FE-4DDD-4382-B576-C8FBE842BF20}">
      <dgm:prSet/>
      <dgm:spPr/>
      <dgm:t>
        <a:bodyPr/>
        <a:lstStyle/>
        <a:p>
          <a:endParaRPr lang="en-US"/>
        </a:p>
      </dgm:t>
    </dgm:pt>
    <dgm:pt modelId="{D6D44F0B-28FF-414E-B4DD-F0CBE1749241}">
      <dgm:prSet/>
      <dgm:spPr/>
      <dgm:t>
        <a:bodyPr/>
        <a:lstStyle/>
        <a:p>
          <a:r>
            <a:rPr lang="en-US" dirty="0"/>
            <a:t>To block the access of variables by other threads</a:t>
          </a:r>
        </a:p>
      </dgm:t>
    </dgm:pt>
    <dgm:pt modelId="{206DD3A3-64F1-4204-9916-60A7D2391999}" type="parTrans" cxnId="{14D14E90-5D0B-40BF-8C03-4B90D5A4FFCC}">
      <dgm:prSet/>
      <dgm:spPr/>
      <dgm:t>
        <a:bodyPr/>
        <a:lstStyle/>
        <a:p>
          <a:endParaRPr lang="en-US"/>
        </a:p>
      </dgm:t>
    </dgm:pt>
    <dgm:pt modelId="{CCF1428C-C751-4E98-A8CC-95E3BDF14D81}" type="sibTrans" cxnId="{14D14E90-5D0B-40BF-8C03-4B90D5A4FFCC}">
      <dgm:prSet/>
      <dgm:spPr/>
      <dgm:t>
        <a:bodyPr/>
        <a:lstStyle/>
        <a:p>
          <a:endParaRPr lang="en-US"/>
        </a:p>
      </dgm:t>
    </dgm:pt>
    <dgm:pt modelId="{FA4B6F6C-41DD-4CE6-BA62-7E9C60BD8966}">
      <dgm:prSet/>
      <dgm:spPr/>
      <dgm:t>
        <a:bodyPr/>
        <a:lstStyle/>
        <a:p>
          <a:r>
            <a:rPr lang="en-US" dirty="0"/>
            <a:t>Enforces exclusive access by a thread to a  shared resource.</a:t>
          </a:r>
        </a:p>
      </dgm:t>
    </dgm:pt>
    <dgm:pt modelId="{89523946-ED6A-4312-BE90-5CE8763D6343}" type="parTrans" cxnId="{B88B3057-A59E-459F-BA5D-8784E5F031BE}">
      <dgm:prSet/>
      <dgm:spPr/>
      <dgm:t>
        <a:bodyPr/>
        <a:lstStyle/>
        <a:p>
          <a:endParaRPr lang="en-US"/>
        </a:p>
      </dgm:t>
    </dgm:pt>
    <dgm:pt modelId="{D27BF46A-469C-405C-8517-1699F6D82E59}" type="sibTrans" cxnId="{B88B3057-A59E-459F-BA5D-8784E5F031BE}">
      <dgm:prSet/>
      <dgm:spPr/>
      <dgm:t>
        <a:bodyPr/>
        <a:lstStyle/>
        <a:p>
          <a:endParaRPr lang="en-US"/>
        </a:p>
      </dgm:t>
    </dgm:pt>
    <dgm:pt modelId="{61577A7C-E9A2-43AA-9804-BC7D2C712170}">
      <dgm:prSet/>
      <dgm:spPr/>
      <dgm:t>
        <a:bodyPr/>
        <a:lstStyle/>
        <a:p>
          <a:r>
            <a:rPr lang="en-US" dirty="0"/>
            <a:t>Can protect a “critical” section of memory.</a:t>
          </a:r>
        </a:p>
      </dgm:t>
    </dgm:pt>
    <dgm:pt modelId="{73A2ADF1-2BE6-46C9-9488-A93A6DFEEE30}" type="parTrans" cxnId="{C7F25429-19D7-4D6A-801E-2E6219753164}">
      <dgm:prSet/>
      <dgm:spPr/>
      <dgm:t>
        <a:bodyPr/>
        <a:lstStyle/>
        <a:p>
          <a:endParaRPr lang="en-US"/>
        </a:p>
      </dgm:t>
    </dgm:pt>
    <dgm:pt modelId="{A329D8E5-91C8-4019-8EB8-B7C3F1106CB3}" type="sibTrans" cxnId="{C7F25429-19D7-4D6A-801E-2E6219753164}">
      <dgm:prSet/>
      <dgm:spPr/>
      <dgm:t>
        <a:bodyPr/>
        <a:lstStyle/>
        <a:p>
          <a:endParaRPr lang="en-US"/>
        </a:p>
      </dgm:t>
    </dgm:pt>
    <dgm:pt modelId="{7948E78F-0B71-44B8-9D61-050031AD15A1}">
      <dgm:prSet/>
      <dgm:spPr/>
      <dgm:t>
        <a:bodyPr/>
        <a:lstStyle/>
        <a:p>
          <a:r>
            <a:rPr lang="en-US"/>
            <a:t>Mutexes can be applied to threads in a single  process and do not work between processes</a:t>
          </a:r>
        </a:p>
      </dgm:t>
    </dgm:pt>
    <dgm:pt modelId="{DA91B388-9B5A-4BE9-B1BB-4EE3366C01A5}" type="parTrans" cxnId="{1B9D8867-730F-42E6-8FBC-332B7D03D2B8}">
      <dgm:prSet/>
      <dgm:spPr/>
      <dgm:t>
        <a:bodyPr/>
        <a:lstStyle/>
        <a:p>
          <a:endParaRPr lang="en-US"/>
        </a:p>
      </dgm:t>
    </dgm:pt>
    <dgm:pt modelId="{DD93F1A0-4DCC-473B-B3CC-E2B16C7A1560}" type="sibTrans" cxnId="{1B9D8867-730F-42E6-8FBC-332B7D03D2B8}">
      <dgm:prSet/>
      <dgm:spPr/>
      <dgm:t>
        <a:bodyPr/>
        <a:lstStyle/>
        <a:p>
          <a:endParaRPr lang="en-US"/>
        </a:p>
      </dgm:t>
    </dgm:pt>
    <dgm:pt modelId="{5DED032C-8E0A-4F87-8D12-1C52A883BF14}" type="pres">
      <dgm:prSet presAssocID="{9EECAEFB-77E3-4517-B757-B5069AA6FB17}" presName="linear" presStyleCnt="0">
        <dgm:presLayoutVars>
          <dgm:animLvl val="lvl"/>
          <dgm:resizeHandles val="exact"/>
        </dgm:presLayoutVars>
      </dgm:prSet>
      <dgm:spPr/>
    </dgm:pt>
    <dgm:pt modelId="{23179573-9D99-4ED7-B6D1-BB2D90AD7076}" type="pres">
      <dgm:prSet presAssocID="{9AEE9A6C-C246-4F4E-9CE6-5E51B7687DA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D069A46-90F4-4091-A548-D7FCA58296FC}" type="pres">
      <dgm:prSet presAssocID="{9AEE9A6C-C246-4F4E-9CE6-5E51B7687DA9}" presName="childText" presStyleLbl="revTx" presStyleIdx="0" presStyleCnt="1">
        <dgm:presLayoutVars>
          <dgm:bulletEnabled val="1"/>
        </dgm:presLayoutVars>
      </dgm:prSet>
      <dgm:spPr/>
    </dgm:pt>
    <dgm:pt modelId="{0910A556-7CAB-4D7C-AA6A-0A9E3AE4B5CA}" type="pres">
      <dgm:prSet presAssocID="{7948E78F-0B71-44B8-9D61-050031AD15A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4FFCC06-97C8-486D-891C-D684CF56A245}" type="presOf" srcId="{61577A7C-E9A2-43AA-9804-BC7D2C712170}" destId="{7D069A46-90F4-4091-A548-D7FCA58296FC}" srcOrd="0" destOrd="2" presId="urn:microsoft.com/office/officeart/2005/8/layout/vList2"/>
    <dgm:cxn modelId="{F6D0FB24-0BD1-44A0-9137-B485213F694C}" type="presOf" srcId="{FA4B6F6C-41DD-4CE6-BA62-7E9C60BD8966}" destId="{7D069A46-90F4-4091-A548-D7FCA58296FC}" srcOrd="0" destOrd="1" presId="urn:microsoft.com/office/officeart/2005/8/layout/vList2"/>
    <dgm:cxn modelId="{C7F25429-19D7-4D6A-801E-2E6219753164}" srcId="{9AEE9A6C-C246-4F4E-9CE6-5E51B7687DA9}" destId="{61577A7C-E9A2-43AA-9804-BC7D2C712170}" srcOrd="2" destOrd="0" parTransId="{73A2ADF1-2BE6-46C9-9488-A93A6DFEEE30}" sibTransId="{A329D8E5-91C8-4019-8EB8-B7C3F1106CB3}"/>
    <dgm:cxn modelId="{24D74D5D-11E7-4E14-9A7D-31A5D42CBF3A}" type="presOf" srcId="{7948E78F-0B71-44B8-9D61-050031AD15A1}" destId="{0910A556-7CAB-4D7C-AA6A-0A9E3AE4B5CA}" srcOrd="0" destOrd="0" presId="urn:microsoft.com/office/officeart/2005/8/layout/vList2"/>
    <dgm:cxn modelId="{1B9D8867-730F-42E6-8FBC-332B7D03D2B8}" srcId="{9EECAEFB-77E3-4517-B757-B5069AA6FB17}" destId="{7948E78F-0B71-44B8-9D61-050031AD15A1}" srcOrd="1" destOrd="0" parTransId="{DA91B388-9B5A-4BE9-B1BB-4EE3366C01A5}" sibTransId="{DD93F1A0-4DCC-473B-B3CC-E2B16C7A1560}"/>
    <dgm:cxn modelId="{B88B3057-A59E-459F-BA5D-8784E5F031BE}" srcId="{9AEE9A6C-C246-4F4E-9CE6-5E51B7687DA9}" destId="{FA4B6F6C-41DD-4CE6-BA62-7E9C60BD8966}" srcOrd="1" destOrd="0" parTransId="{89523946-ED6A-4312-BE90-5CE8763D6343}" sibTransId="{D27BF46A-469C-405C-8517-1699F6D82E59}"/>
    <dgm:cxn modelId="{14D14E90-5D0B-40BF-8C03-4B90D5A4FFCC}" srcId="{9AEE9A6C-C246-4F4E-9CE6-5E51B7687DA9}" destId="{D6D44F0B-28FF-414E-B4DD-F0CBE1749241}" srcOrd="0" destOrd="0" parTransId="{206DD3A3-64F1-4204-9916-60A7D2391999}" sibTransId="{CCF1428C-C751-4E98-A8CC-95E3BDF14D81}"/>
    <dgm:cxn modelId="{58981EB8-72AB-48E2-9F7F-92CC6709605D}" type="presOf" srcId="{D6D44F0B-28FF-414E-B4DD-F0CBE1749241}" destId="{7D069A46-90F4-4091-A548-D7FCA58296FC}" srcOrd="0" destOrd="0" presId="urn:microsoft.com/office/officeart/2005/8/layout/vList2"/>
    <dgm:cxn modelId="{886072DA-8637-48AE-BE64-73CF9ACC29A6}" type="presOf" srcId="{9EECAEFB-77E3-4517-B757-B5069AA6FB17}" destId="{5DED032C-8E0A-4F87-8D12-1C52A883BF14}" srcOrd="0" destOrd="0" presId="urn:microsoft.com/office/officeart/2005/8/layout/vList2"/>
    <dgm:cxn modelId="{ADF158FD-39BE-4549-A40A-16A23F3A185F}" type="presOf" srcId="{9AEE9A6C-C246-4F4E-9CE6-5E51B7687DA9}" destId="{23179573-9D99-4ED7-B6D1-BB2D90AD7076}" srcOrd="0" destOrd="0" presId="urn:microsoft.com/office/officeart/2005/8/layout/vList2"/>
    <dgm:cxn modelId="{6FA1D5FE-4DDD-4382-B576-C8FBE842BF20}" srcId="{9EECAEFB-77E3-4517-B757-B5069AA6FB17}" destId="{9AEE9A6C-C246-4F4E-9CE6-5E51B7687DA9}" srcOrd="0" destOrd="0" parTransId="{96BB48C4-4D95-4DFD-A7B7-A8361A089D1E}" sibTransId="{18F7A488-E6E1-4890-BED3-652365580427}"/>
    <dgm:cxn modelId="{5ED6BF0C-84B0-4319-99BA-178A42885189}" type="presParOf" srcId="{5DED032C-8E0A-4F87-8D12-1C52A883BF14}" destId="{23179573-9D99-4ED7-B6D1-BB2D90AD7076}" srcOrd="0" destOrd="0" presId="urn:microsoft.com/office/officeart/2005/8/layout/vList2"/>
    <dgm:cxn modelId="{AC141584-F94C-4C92-9301-51A8965DCA9E}" type="presParOf" srcId="{5DED032C-8E0A-4F87-8D12-1C52A883BF14}" destId="{7D069A46-90F4-4091-A548-D7FCA58296FC}" srcOrd="1" destOrd="0" presId="urn:microsoft.com/office/officeart/2005/8/layout/vList2"/>
    <dgm:cxn modelId="{540E575F-C795-487D-818D-3865B9779EB0}" type="presParOf" srcId="{5DED032C-8E0A-4F87-8D12-1C52A883BF14}" destId="{0910A556-7CAB-4D7C-AA6A-0A9E3AE4B5C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E5966B-788D-40A6-A086-A5E7E17E241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2B4F060-43EB-4BDD-921D-66D286630F16}">
      <dgm:prSet/>
      <dgm:spPr/>
      <dgm:t>
        <a:bodyPr/>
        <a:lstStyle/>
        <a:p>
          <a:r>
            <a:rPr lang="en-US" dirty="0"/>
            <a:t>The condition variable mechanism allows threads to suspend  execution and relinquish the processor until some condition is true.</a:t>
          </a:r>
        </a:p>
      </dgm:t>
    </dgm:pt>
    <dgm:pt modelId="{2793E49A-54CA-4466-B399-B2AE9F249B82}" type="parTrans" cxnId="{6791BC9A-B814-4E70-A7A1-23EE09836A36}">
      <dgm:prSet/>
      <dgm:spPr/>
      <dgm:t>
        <a:bodyPr/>
        <a:lstStyle/>
        <a:p>
          <a:endParaRPr lang="en-US"/>
        </a:p>
      </dgm:t>
    </dgm:pt>
    <dgm:pt modelId="{8A9B079D-5329-44A9-9BF7-4B9E660B7704}" type="sibTrans" cxnId="{6791BC9A-B814-4E70-A7A1-23EE09836A36}">
      <dgm:prSet/>
      <dgm:spPr/>
      <dgm:t>
        <a:bodyPr/>
        <a:lstStyle/>
        <a:p>
          <a:endParaRPr lang="en-US"/>
        </a:p>
      </dgm:t>
    </dgm:pt>
    <dgm:pt modelId="{38866CFC-432F-47FD-8674-6BB32135ECFF}">
      <dgm:prSet/>
      <dgm:spPr/>
      <dgm:t>
        <a:bodyPr/>
        <a:lstStyle/>
        <a:p>
          <a:r>
            <a:rPr lang="en-US"/>
            <a:t>A condition variable must always be associated with a mutex to  avoid a race condition created by one thread preparing to wait and  another thread which is preparing to change the truth value of the  condition.</a:t>
          </a:r>
        </a:p>
      </dgm:t>
    </dgm:pt>
    <dgm:pt modelId="{5879EF35-B4A7-4DBF-812F-27B0790500B9}" type="parTrans" cxnId="{4CAF4B80-6469-4CA1-8306-965EB1129EA5}">
      <dgm:prSet/>
      <dgm:spPr/>
      <dgm:t>
        <a:bodyPr/>
        <a:lstStyle/>
        <a:p>
          <a:endParaRPr lang="en-US"/>
        </a:p>
      </dgm:t>
    </dgm:pt>
    <dgm:pt modelId="{064C59E7-B58E-42FD-B6B3-B5CC88BCB4E4}" type="sibTrans" cxnId="{4CAF4B80-6469-4CA1-8306-965EB1129EA5}">
      <dgm:prSet/>
      <dgm:spPr/>
      <dgm:t>
        <a:bodyPr/>
        <a:lstStyle/>
        <a:p>
          <a:endParaRPr lang="en-US"/>
        </a:p>
      </dgm:t>
    </dgm:pt>
    <dgm:pt modelId="{BA51E46B-52D0-4ECA-9C53-532FC553E055}">
      <dgm:prSet/>
      <dgm:spPr/>
      <dgm:t>
        <a:bodyPr/>
        <a:lstStyle/>
        <a:p>
          <a:r>
            <a:rPr lang="en-US"/>
            <a:t>There is no explicit link between the mutex and the condition  variable.</a:t>
          </a:r>
        </a:p>
      </dgm:t>
    </dgm:pt>
    <dgm:pt modelId="{1D5BEEFA-397E-4CCB-B572-BBB1599D9ED5}" type="parTrans" cxnId="{EC4F94F6-8143-4707-AF8E-F7444DC1B5DA}">
      <dgm:prSet/>
      <dgm:spPr/>
      <dgm:t>
        <a:bodyPr/>
        <a:lstStyle/>
        <a:p>
          <a:endParaRPr lang="en-US"/>
        </a:p>
      </dgm:t>
    </dgm:pt>
    <dgm:pt modelId="{1CB65EE1-5169-4AEA-BEBF-C5228F8681AB}" type="sibTrans" cxnId="{EC4F94F6-8143-4707-AF8E-F7444DC1B5DA}">
      <dgm:prSet/>
      <dgm:spPr/>
      <dgm:t>
        <a:bodyPr/>
        <a:lstStyle/>
        <a:p>
          <a:endParaRPr lang="en-US"/>
        </a:p>
      </dgm:t>
    </dgm:pt>
    <dgm:pt modelId="{3FE81801-7C8F-4360-869F-C991CC34D114}" type="pres">
      <dgm:prSet presAssocID="{83E5966B-788D-40A6-A086-A5E7E17E241F}" presName="linear" presStyleCnt="0">
        <dgm:presLayoutVars>
          <dgm:animLvl val="lvl"/>
          <dgm:resizeHandles val="exact"/>
        </dgm:presLayoutVars>
      </dgm:prSet>
      <dgm:spPr/>
    </dgm:pt>
    <dgm:pt modelId="{E5810BC8-E252-472A-82B4-24333A0E2723}" type="pres">
      <dgm:prSet presAssocID="{12B4F060-43EB-4BDD-921D-66D286630F1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5A39813-F1D8-4D49-BA67-36B9125F3C83}" type="pres">
      <dgm:prSet presAssocID="{8A9B079D-5329-44A9-9BF7-4B9E660B7704}" presName="spacer" presStyleCnt="0"/>
      <dgm:spPr/>
    </dgm:pt>
    <dgm:pt modelId="{FE63195C-A7BD-4D43-9636-19625A85E04D}" type="pres">
      <dgm:prSet presAssocID="{38866CFC-432F-47FD-8674-6BB32135ECF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D68B86F-D2DE-4397-86EE-A366C6A5DFCA}" type="pres">
      <dgm:prSet presAssocID="{064C59E7-B58E-42FD-B6B3-B5CC88BCB4E4}" presName="spacer" presStyleCnt="0"/>
      <dgm:spPr/>
    </dgm:pt>
    <dgm:pt modelId="{E31A2829-C376-4D71-A3BC-61BF2D0C4B7F}" type="pres">
      <dgm:prSet presAssocID="{BA51E46B-52D0-4ECA-9C53-532FC553E05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CA80915-4426-4F5C-A27B-A297366BD578}" type="presOf" srcId="{83E5966B-788D-40A6-A086-A5E7E17E241F}" destId="{3FE81801-7C8F-4360-869F-C991CC34D114}" srcOrd="0" destOrd="0" presId="urn:microsoft.com/office/officeart/2005/8/layout/vList2"/>
    <dgm:cxn modelId="{AE8A9720-DDBD-4485-8A37-9B597F58CFDB}" type="presOf" srcId="{BA51E46B-52D0-4ECA-9C53-532FC553E055}" destId="{E31A2829-C376-4D71-A3BC-61BF2D0C4B7F}" srcOrd="0" destOrd="0" presId="urn:microsoft.com/office/officeart/2005/8/layout/vList2"/>
    <dgm:cxn modelId="{EC26902C-F156-4563-8789-751FA7979154}" type="presOf" srcId="{38866CFC-432F-47FD-8674-6BB32135ECFF}" destId="{FE63195C-A7BD-4D43-9636-19625A85E04D}" srcOrd="0" destOrd="0" presId="urn:microsoft.com/office/officeart/2005/8/layout/vList2"/>
    <dgm:cxn modelId="{4CAF4B80-6469-4CA1-8306-965EB1129EA5}" srcId="{83E5966B-788D-40A6-A086-A5E7E17E241F}" destId="{38866CFC-432F-47FD-8674-6BB32135ECFF}" srcOrd="1" destOrd="0" parTransId="{5879EF35-B4A7-4DBF-812F-27B0790500B9}" sibTransId="{064C59E7-B58E-42FD-B6B3-B5CC88BCB4E4}"/>
    <dgm:cxn modelId="{6791BC9A-B814-4E70-A7A1-23EE09836A36}" srcId="{83E5966B-788D-40A6-A086-A5E7E17E241F}" destId="{12B4F060-43EB-4BDD-921D-66D286630F16}" srcOrd="0" destOrd="0" parTransId="{2793E49A-54CA-4466-B399-B2AE9F249B82}" sibTransId="{8A9B079D-5329-44A9-9BF7-4B9E660B7704}"/>
    <dgm:cxn modelId="{8F4E13F1-093B-4B9E-9F3D-7A2E981CA38C}" type="presOf" srcId="{12B4F060-43EB-4BDD-921D-66D286630F16}" destId="{E5810BC8-E252-472A-82B4-24333A0E2723}" srcOrd="0" destOrd="0" presId="urn:microsoft.com/office/officeart/2005/8/layout/vList2"/>
    <dgm:cxn modelId="{EC4F94F6-8143-4707-AF8E-F7444DC1B5DA}" srcId="{83E5966B-788D-40A6-A086-A5E7E17E241F}" destId="{BA51E46B-52D0-4ECA-9C53-532FC553E055}" srcOrd="2" destOrd="0" parTransId="{1D5BEEFA-397E-4CCB-B572-BBB1599D9ED5}" sibTransId="{1CB65EE1-5169-4AEA-BEBF-C5228F8681AB}"/>
    <dgm:cxn modelId="{84B57C90-9FB1-4CCB-8EF2-570626DDD9CA}" type="presParOf" srcId="{3FE81801-7C8F-4360-869F-C991CC34D114}" destId="{E5810BC8-E252-472A-82B4-24333A0E2723}" srcOrd="0" destOrd="0" presId="urn:microsoft.com/office/officeart/2005/8/layout/vList2"/>
    <dgm:cxn modelId="{26CA4EA1-69EA-4340-8E22-1B9E3E07133F}" type="presParOf" srcId="{3FE81801-7C8F-4360-869F-C991CC34D114}" destId="{15A39813-F1D8-4D49-BA67-36B9125F3C83}" srcOrd="1" destOrd="0" presId="urn:microsoft.com/office/officeart/2005/8/layout/vList2"/>
    <dgm:cxn modelId="{E87D2E89-D3F3-4D59-A774-AE4484A99752}" type="presParOf" srcId="{3FE81801-7C8F-4360-869F-C991CC34D114}" destId="{FE63195C-A7BD-4D43-9636-19625A85E04D}" srcOrd="2" destOrd="0" presId="urn:microsoft.com/office/officeart/2005/8/layout/vList2"/>
    <dgm:cxn modelId="{C60A6AC8-813A-4251-B25D-2367C6C56AA2}" type="presParOf" srcId="{3FE81801-7C8F-4360-869F-C991CC34D114}" destId="{8D68B86F-D2DE-4397-86EE-A366C6A5DFCA}" srcOrd="3" destOrd="0" presId="urn:microsoft.com/office/officeart/2005/8/layout/vList2"/>
    <dgm:cxn modelId="{12A302C6-F6E0-4E62-A821-993CACB40F14}" type="presParOf" srcId="{3FE81801-7C8F-4360-869F-C991CC34D114}" destId="{E31A2829-C376-4D71-A3BC-61BF2D0C4B7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87089B-6E23-46E9-A1B2-05DA09708D6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86CDD7E-2108-4AEE-BD40-86E3AC4F17DC}">
      <dgm:prSet/>
      <dgm:spPr/>
      <dgm:t>
        <a:bodyPr/>
        <a:lstStyle/>
        <a:p>
          <a:r>
            <a:rPr lang="en-US"/>
            <a:t>Waiting on condition:</a:t>
          </a:r>
        </a:p>
      </dgm:t>
    </dgm:pt>
    <dgm:pt modelId="{299EAEF2-1D6C-45D5-8E8E-FC90D0E7A11C}" type="parTrans" cxnId="{A7BBB562-4FBF-4D40-A60B-FE896A14A470}">
      <dgm:prSet/>
      <dgm:spPr/>
      <dgm:t>
        <a:bodyPr/>
        <a:lstStyle/>
        <a:p>
          <a:endParaRPr lang="en-US"/>
        </a:p>
      </dgm:t>
    </dgm:pt>
    <dgm:pt modelId="{C9CA64C3-9CA5-470B-B5C5-DE6290D3BB97}" type="sibTrans" cxnId="{A7BBB562-4FBF-4D40-A60B-FE896A14A470}">
      <dgm:prSet/>
      <dgm:spPr/>
      <dgm:t>
        <a:bodyPr/>
        <a:lstStyle/>
        <a:p>
          <a:endParaRPr lang="en-US"/>
        </a:p>
      </dgm:t>
    </dgm:pt>
    <dgm:pt modelId="{2EE92F0A-17DF-4A73-96CB-545CC3D30783}">
      <dgm:prSet/>
      <dgm:spPr/>
      <dgm:t>
        <a:bodyPr/>
        <a:lstStyle/>
        <a:p>
          <a:r>
            <a:rPr lang="en-US"/>
            <a:t>pthread_cond_wait(pthread_cond_t *cond,pthread_mutex_t *mutex); -  unlocks the mutex and waits for the condition variable cond to be  signaled.</a:t>
          </a:r>
        </a:p>
      </dgm:t>
    </dgm:pt>
    <dgm:pt modelId="{F284A2AC-1D16-4432-8A26-1807EA2AF672}" type="parTrans" cxnId="{1EFF9151-BA20-4065-B6D7-75AE178CBCB3}">
      <dgm:prSet/>
      <dgm:spPr/>
      <dgm:t>
        <a:bodyPr/>
        <a:lstStyle/>
        <a:p>
          <a:endParaRPr lang="en-US"/>
        </a:p>
      </dgm:t>
    </dgm:pt>
    <dgm:pt modelId="{3ED86698-F0BC-437A-A456-25169ADA3C35}" type="sibTrans" cxnId="{1EFF9151-BA20-4065-B6D7-75AE178CBCB3}">
      <dgm:prSet/>
      <dgm:spPr/>
      <dgm:t>
        <a:bodyPr/>
        <a:lstStyle/>
        <a:p>
          <a:endParaRPr lang="en-US"/>
        </a:p>
      </dgm:t>
    </dgm:pt>
    <dgm:pt modelId="{067F6E2B-719F-4A06-B026-920B534F19E3}">
      <dgm:prSet/>
      <dgm:spPr/>
      <dgm:t>
        <a:bodyPr/>
        <a:lstStyle/>
        <a:p>
          <a:r>
            <a:rPr lang="en-US"/>
            <a:t>Waking thread based on condition:</a:t>
          </a:r>
        </a:p>
      </dgm:t>
    </dgm:pt>
    <dgm:pt modelId="{D284F981-2902-48B9-8EEC-06086BA8A715}" type="parTrans" cxnId="{9162307B-4BCC-43E0-A650-F8BE05669CC4}">
      <dgm:prSet/>
      <dgm:spPr/>
      <dgm:t>
        <a:bodyPr/>
        <a:lstStyle/>
        <a:p>
          <a:endParaRPr lang="en-US"/>
        </a:p>
      </dgm:t>
    </dgm:pt>
    <dgm:pt modelId="{7856B3E0-559D-4A79-8774-578B8F6C6019}" type="sibTrans" cxnId="{9162307B-4BCC-43E0-A650-F8BE05669CC4}">
      <dgm:prSet/>
      <dgm:spPr/>
      <dgm:t>
        <a:bodyPr/>
        <a:lstStyle/>
        <a:p>
          <a:endParaRPr lang="en-US"/>
        </a:p>
      </dgm:t>
    </dgm:pt>
    <dgm:pt modelId="{F4AF76A1-E1FC-4996-89C8-8386C3493E33}">
      <dgm:prSet/>
      <dgm:spPr/>
      <dgm:t>
        <a:bodyPr/>
        <a:lstStyle/>
        <a:p>
          <a:r>
            <a:rPr lang="en-US" dirty="0" err="1"/>
            <a:t>pthread_cond_signal</a:t>
          </a:r>
          <a:r>
            <a:rPr lang="en-US" dirty="0"/>
            <a:t>(</a:t>
          </a:r>
          <a:r>
            <a:rPr lang="en-US" dirty="0" err="1"/>
            <a:t>pthread_cond_t</a:t>
          </a:r>
          <a:r>
            <a:rPr lang="en-US" dirty="0"/>
            <a:t> *</a:t>
          </a:r>
          <a:r>
            <a:rPr lang="en-US" dirty="0" err="1"/>
            <a:t>cond</a:t>
          </a:r>
          <a:r>
            <a:rPr lang="en-US" dirty="0"/>
            <a:t>); -restarts one of the  threads that are waiting on the condition variable cond.</a:t>
          </a:r>
        </a:p>
      </dgm:t>
    </dgm:pt>
    <dgm:pt modelId="{48F81372-944C-4528-B4F7-C14890228193}" type="parTrans" cxnId="{7055AA09-E881-4796-BA9A-F7CEE3FCC7DC}">
      <dgm:prSet/>
      <dgm:spPr/>
      <dgm:t>
        <a:bodyPr/>
        <a:lstStyle/>
        <a:p>
          <a:endParaRPr lang="en-US"/>
        </a:p>
      </dgm:t>
    </dgm:pt>
    <dgm:pt modelId="{EEABE3CE-A36D-4294-8026-F2FA17224B82}" type="sibTrans" cxnId="{7055AA09-E881-4796-BA9A-F7CEE3FCC7DC}">
      <dgm:prSet/>
      <dgm:spPr/>
      <dgm:t>
        <a:bodyPr/>
        <a:lstStyle/>
        <a:p>
          <a:endParaRPr lang="en-US"/>
        </a:p>
      </dgm:t>
    </dgm:pt>
    <dgm:pt modelId="{C75CE843-91E6-4FEF-AE3A-9D2E763A643A}">
      <dgm:prSet/>
      <dgm:spPr/>
      <dgm:t>
        <a:bodyPr/>
        <a:lstStyle/>
        <a:p>
          <a:r>
            <a:rPr lang="en-US"/>
            <a:t>pthread_cond_broadcast(pthread_cond_t *cond); - wake up all threads  blocked by the specified condition variable.</a:t>
          </a:r>
        </a:p>
      </dgm:t>
    </dgm:pt>
    <dgm:pt modelId="{8956D35E-1CED-479C-AECF-72955DCAB354}" type="parTrans" cxnId="{D8A3BA8D-95F8-4BFC-AA21-4E7027C5B297}">
      <dgm:prSet/>
      <dgm:spPr/>
      <dgm:t>
        <a:bodyPr/>
        <a:lstStyle/>
        <a:p>
          <a:endParaRPr lang="en-US"/>
        </a:p>
      </dgm:t>
    </dgm:pt>
    <dgm:pt modelId="{DABDC003-8B15-4DE2-9B1F-6CE58A1A6A54}" type="sibTrans" cxnId="{D8A3BA8D-95F8-4BFC-AA21-4E7027C5B297}">
      <dgm:prSet/>
      <dgm:spPr/>
      <dgm:t>
        <a:bodyPr/>
        <a:lstStyle/>
        <a:p>
          <a:endParaRPr lang="en-US"/>
        </a:p>
      </dgm:t>
    </dgm:pt>
    <dgm:pt modelId="{4D0E6CCE-DEB2-4406-9267-D3B8FE6CCC1E}" type="pres">
      <dgm:prSet presAssocID="{6F87089B-6E23-46E9-A1B2-05DA09708D62}" presName="root" presStyleCnt="0">
        <dgm:presLayoutVars>
          <dgm:dir/>
          <dgm:resizeHandles val="exact"/>
        </dgm:presLayoutVars>
      </dgm:prSet>
      <dgm:spPr/>
    </dgm:pt>
    <dgm:pt modelId="{4226D420-E602-416D-96E7-4FC84326D30F}" type="pres">
      <dgm:prSet presAssocID="{A86CDD7E-2108-4AEE-BD40-86E3AC4F17DC}" presName="compNode" presStyleCnt="0"/>
      <dgm:spPr/>
    </dgm:pt>
    <dgm:pt modelId="{E01EF9CC-0540-4601-9E51-B6425876D65D}" type="pres">
      <dgm:prSet presAssocID="{A86CDD7E-2108-4AEE-BD40-86E3AC4F17DC}" presName="bgRect" presStyleLbl="bgShp" presStyleIdx="0" presStyleCnt="5"/>
      <dgm:spPr/>
    </dgm:pt>
    <dgm:pt modelId="{37CFB71C-4802-4FEC-B2CF-666167C44749}" type="pres">
      <dgm:prSet presAssocID="{A86CDD7E-2108-4AEE-BD40-86E3AC4F17D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AE31F3C3-7212-4D1F-849E-A63FA9D895D2}" type="pres">
      <dgm:prSet presAssocID="{A86CDD7E-2108-4AEE-BD40-86E3AC4F17DC}" presName="spaceRect" presStyleCnt="0"/>
      <dgm:spPr/>
    </dgm:pt>
    <dgm:pt modelId="{B13083E8-D618-4A7A-84A3-D07737A3ABF2}" type="pres">
      <dgm:prSet presAssocID="{A86CDD7E-2108-4AEE-BD40-86E3AC4F17DC}" presName="parTx" presStyleLbl="revTx" presStyleIdx="0" presStyleCnt="5">
        <dgm:presLayoutVars>
          <dgm:chMax val="0"/>
          <dgm:chPref val="0"/>
        </dgm:presLayoutVars>
      </dgm:prSet>
      <dgm:spPr/>
    </dgm:pt>
    <dgm:pt modelId="{0A829D59-9C50-4801-87F8-9CBE43C1F94C}" type="pres">
      <dgm:prSet presAssocID="{C9CA64C3-9CA5-470B-B5C5-DE6290D3BB97}" presName="sibTrans" presStyleCnt="0"/>
      <dgm:spPr/>
    </dgm:pt>
    <dgm:pt modelId="{1558763D-2ECB-4E34-8D22-7D3F3BACAB74}" type="pres">
      <dgm:prSet presAssocID="{2EE92F0A-17DF-4A73-96CB-545CC3D30783}" presName="compNode" presStyleCnt="0"/>
      <dgm:spPr/>
    </dgm:pt>
    <dgm:pt modelId="{DC8AB0CC-5B67-4C53-8824-D26070DE1D7F}" type="pres">
      <dgm:prSet presAssocID="{2EE92F0A-17DF-4A73-96CB-545CC3D30783}" presName="bgRect" presStyleLbl="bgShp" presStyleIdx="1" presStyleCnt="5"/>
      <dgm:spPr/>
    </dgm:pt>
    <dgm:pt modelId="{DEF095CA-03C8-417A-B71E-21292E203A64}" type="pres">
      <dgm:prSet presAssocID="{2EE92F0A-17DF-4A73-96CB-545CC3D3078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99FC3FA2-B0F2-478D-BF85-F0D207968E9A}" type="pres">
      <dgm:prSet presAssocID="{2EE92F0A-17DF-4A73-96CB-545CC3D30783}" presName="spaceRect" presStyleCnt="0"/>
      <dgm:spPr/>
    </dgm:pt>
    <dgm:pt modelId="{860D5E2B-C2AF-464D-B9D8-17714EA139C2}" type="pres">
      <dgm:prSet presAssocID="{2EE92F0A-17DF-4A73-96CB-545CC3D30783}" presName="parTx" presStyleLbl="revTx" presStyleIdx="1" presStyleCnt="5">
        <dgm:presLayoutVars>
          <dgm:chMax val="0"/>
          <dgm:chPref val="0"/>
        </dgm:presLayoutVars>
      </dgm:prSet>
      <dgm:spPr/>
    </dgm:pt>
    <dgm:pt modelId="{0FC59738-3A2B-4A22-A3CC-657A7AD84C78}" type="pres">
      <dgm:prSet presAssocID="{3ED86698-F0BC-437A-A456-25169ADA3C35}" presName="sibTrans" presStyleCnt="0"/>
      <dgm:spPr/>
    </dgm:pt>
    <dgm:pt modelId="{6A421176-52F9-4A2B-832B-5FD1698028FC}" type="pres">
      <dgm:prSet presAssocID="{067F6E2B-719F-4A06-B026-920B534F19E3}" presName="compNode" presStyleCnt="0"/>
      <dgm:spPr/>
    </dgm:pt>
    <dgm:pt modelId="{91DF2990-1BC6-43D5-8CFA-B129498D562B}" type="pres">
      <dgm:prSet presAssocID="{067F6E2B-719F-4A06-B026-920B534F19E3}" presName="bgRect" presStyleLbl="bgShp" presStyleIdx="2" presStyleCnt="5"/>
      <dgm:spPr/>
    </dgm:pt>
    <dgm:pt modelId="{727DE077-7A8B-4950-B2D8-7004A8EA2039}" type="pres">
      <dgm:prSet presAssocID="{067F6E2B-719F-4A06-B026-920B534F19E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eep"/>
        </a:ext>
      </dgm:extLst>
    </dgm:pt>
    <dgm:pt modelId="{859E88F9-D3FA-4F00-842B-A52A39147D95}" type="pres">
      <dgm:prSet presAssocID="{067F6E2B-719F-4A06-B026-920B534F19E3}" presName="spaceRect" presStyleCnt="0"/>
      <dgm:spPr/>
    </dgm:pt>
    <dgm:pt modelId="{6A0D211E-6DC4-4C34-9A69-381ADC1FA695}" type="pres">
      <dgm:prSet presAssocID="{067F6E2B-719F-4A06-B026-920B534F19E3}" presName="parTx" presStyleLbl="revTx" presStyleIdx="2" presStyleCnt="5">
        <dgm:presLayoutVars>
          <dgm:chMax val="0"/>
          <dgm:chPref val="0"/>
        </dgm:presLayoutVars>
      </dgm:prSet>
      <dgm:spPr/>
    </dgm:pt>
    <dgm:pt modelId="{DD2F1116-99E6-4393-96EB-477597E16C45}" type="pres">
      <dgm:prSet presAssocID="{7856B3E0-559D-4A79-8774-578B8F6C6019}" presName="sibTrans" presStyleCnt="0"/>
      <dgm:spPr/>
    </dgm:pt>
    <dgm:pt modelId="{1FA721BE-F7A0-4DC7-871E-795D9FB316C2}" type="pres">
      <dgm:prSet presAssocID="{F4AF76A1-E1FC-4996-89C8-8386C3493E33}" presName="compNode" presStyleCnt="0"/>
      <dgm:spPr/>
    </dgm:pt>
    <dgm:pt modelId="{76993AAB-6282-4737-8866-2C859B7EDC3C}" type="pres">
      <dgm:prSet presAssocID="{F4AF76A1-E1FC-4996-89C8-8386C3493E33}" presName="bgRect" presStyleLbl="bgShp" presStyleIdx="3" presStyleCnt="5"/>
      <dgm:spPr/>
    </dgm:pt>
    <dgm:pt modelId="{56CED4B7-90D7-4987-BC3C-6E3DBFD75AFA}" type="pres">
      <dgm:prSet presAssocID="{F4AF76A1-E1FC-4996-89C8-8386C3493E3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31C57CF8-ABF2-4B94-9173-2EFFE5656F90}" type="pres">
      <dgm:prSet presAssocID="{F4AF76A1-E1FC-4996-89C8-8386C3493E33}" presName="spaceRect" presStyleCnt="0"/>
      <dgm:spPr/>
    </dgm:pt>
    <dgm:pt modelId="{EFADD7BF-ED0C-47B4-A257-3660E197327A}" type="pres">
      <dgm:prSet presAssocID="{F4AF76A1-E1FC-4996-89C8-8386C3493E33}" presName="parTx" presStyleLbl="revTx" presStyleIdx="3" presStyleCnt="5">
        <dgm:presLayoutVars>
          <dgm:chMax val="0"/>
          <dgm:chPref val="0"/>
        </dgm:presLayoutVars>
      </dgm:prSet>
      <dgm:spPr/>
    </dgm:pt>
    <dgm:pt modelId="{0297F137-3227-49D0-9FA8-D5A66A58BA2F}" type="pres">
      <dgm:prSet presAssocID="{EEABE3CE-A36D-4294-8026-F2FA17224B82}" presName="sibTrans" presStyleCnt="0"/>
      <dgm:spPr/>
    </dgm:pt>
    <dgm:pt modelId="{1F026D8F-8B65-4CB5-B7DD-C1F0230A268C}" type="pres">
      <dgm:prSet presAssocID="{C75CE843-91E6-4FEF-AE3A-9D2E763A643A}" presName="compNode" presStyleCnt="0"/>
      <dgm:spPr/>
    </dgm:pt>
    <dgm:pt modelId="{92C17646-A264-4995-9E0D-AB485F89396B}" type="pres">
      <dgm:prSet presAssocID="{C75CE843-91E6-4FEF-AE3A-9D2E763A643A}" presName="bgRect" presStyleLbl="bgShp" presStyleIdx="4" presStyleCnt="5"/>
      <dgm:spPr/>
    </dgm:pt>
    <dgm:pt modelId="{166A50C8-DA7A-4598-A066-7AB997C8BB67}" type="pres">
      <dgm:prSet presAssocID="{C75CE843-91E6-4FEF-AE3A-9D2E763A643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on Viewing Ceremony"/>
        </a:ext>
      </dgm:extLst>
    </dgm:pt>
    <dgm:pt modelId="{AD38D34F-B8C8-4A6D-B4E6-C7449FA27D48}" type="pres">
      <dgm:prSet presAssocID="{C75CE843-91E6-4FEF-AE3A-9D2E763A643A}" presName="spaceRect" presStyleCnt="0"/>
      <dgm:spPr/>
    </dgm:pt>
    <dgm:pt modelId="{9BC0DE9F-2882-43CE-873E-3950D0CEE3EC}" type="pres">
      <dgm:prSet presAssocID="{C75CE843-91E6-4FEF-AE3A-9D2E763A643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055AA09-E881-4796-BA9A-F7CEE3FCC7DC}" srcId="{6F87089B-6E23-46E9-A1B2-05DA09708D62}" destId="{F4AF76A1-E1FC-4996-89C8-8386C3493E33}" srcOrd="3" destOrd="0" parTransId="{48F81372-944C-4528-B4F7-C14890228193}" sibTransId="{EEABE3CE-A36D-4294-8026-F2FA17224B82}"/>
    <dgm:cxn modelId="{5D0F5231-1A41-4FF4-AE9A-7E9C28A5A3B2}" type="presOf" srcId="{C75CE843-91E6-4FEF-AE3A-9D2E763A643A}" destId="{9BC0DE9F-2882-43CE-873E-3950D0CEE3EC}" srcOrd="0" destOrd="0" presId="urn:microsoft.com/office/officeart/2018/2/layout/IconVerticalSolidList"/>
    <dgm:cxn modelId="{B6595635-AAC3-46D9-90EF-04D4A9577B3E}" type="presOf" srcId="{2EE92F0A-17DF-4A73-96CB-545CC3D30783}" destId="{860D5E2B-C2AF-464D-B9D8-17714EA139C2}" srcOrd="0" destOrd="0" presId="urn:microsoft.com/office/officeart/2018/2/layout/IconVerticalSolidList"/>
    <dgm:cxn modelId="{A7BBB562-4FBF-4D40-A60B-FE896A14A470}" srcId="{6F87089B-6E23-46E9-A1B2-05DA09708D62}" destId="{A86CDD7E-2108-4AEE-BD40-86E3AC4F17DC}" srcOrd="0" destOrd="0" parTransId="{299EAEF2-1D6C-45D5-8E8E-FC90D0E7A11C}" sibTransId="{C9CA64C3-9CA5-470B-B5C5-DE6290D3BB97}"/>
    <dgm:cxn modelId="{AB802563-DA44-410A-8298-9B14BE05C649}" type="presOf" srcId="{A86CDD7E-2108-4AEE-BD40-86E3AC4F17DC}" destId="{B13083E8-D618-4A7A-84A3-D07737A3ABF2}" srcOrd="0" destOrd="0" presId="urn:microsoft.com/office/officeart/2018/2/layout/IconVerticalSolidList"/>
    <dgm:cxn modelId="{1EFF9151-BA20-4065-B6D7-75AE178CBCB3}" srcId="{6F87089B-6E23-46E9-A1B2-05DA09708D62}" destId="{2EE92F0A-17DF-4A73-96CB-545CC3D30783}" srcOrd="1" destOrd="0" parTransId="{F284A2AC-1D16-4432-8A26-1807EA2AF672}" sibTransId="{3ED86698-F0BC-437A-A456-25169ADA3C35}"/>
    <dgm:cxn modelId="{9162307B-4BCC-43E0-A650-F8BE05669CC4}" srcId="{6F87089B-6E23-46E9-A1B2-05DA09708D62}" destId="{067F6E2B-719F-4A06-B026-920B534F19E3}" srcOrd="2" destOrd="0" parTransId="{D284F981-2902-48B9-8EEC-06086BA8A715}" sibTransId="{7856B3E0-559D-4A79-8774-578B8F6C6019}"/>
    <dgm:cxn modelId="{D8A3BA8D-95F8-4BFC-AA21-4E7027C5B297}" srcId="{6F87089B-6E23-46E9-A1B2-05DA09708D62}" destId="{C75CE843-91E6-4FEF-AE3A-9D2E763A643A}" srcOrd="4" destOrd="0" parTransId="{8956D35E-1CED-479C-AECF-72955DCAB354}" sibTransId="{DABDC003-8B15-4DE2-9B1F-6CE58A1A6A54}"/>
    <dgm:cxn modelId="{9B7EC0C6-25AA-4A7D-B12C-BDEBCAE15CCD}" type="presOf" srcId="{6F87089B-6E23-46E9-A1B2-05DA09708D62}" destId="{4D0E6CCE-DEB2-4406-9267-D3B8FE6CCC1E}" srcOrd="0" destOrd="0" presId="urn:microsoft.com/office/officeart/2018/2/layout/IconVerticalSolidList"/>
    <dgm:cxn modelId="{73B56BC7-C103-413A-AFBF-F3DACAA32066}" type="presOf" srcId="{F4AF76A1-E1FC-4996-89C8-8386C3493E33}" destId="{EFADD7BF-ED0C-47B4-A257-3660E197327A}" srcOrd="0" destOrd="0" presId="urn:microsoft.com/office/officeart/2018/2/layout/IconVerticalSolidList"/>
    <dgm:cxn modelId="{DED4C3F6-7BFE-4702-85BC-52DCB66139E6}" type="presOf" srcId="{067F6E2B-719F-4A06-B026-920B534F19E3}" destId="{6A0D211E-6DC4-4C34-9A69-381ADC1FA695}" srcOrd="0" destOrd="0" presId="urn:microsoft.com/office/officeart/2018/2/layout/IconVerticalSolidList"/>
    <dgm:cxn modelId="{1A83BB85-0E2C-4B26-A47E-46BEF0178530}" type="presParOf" srcId="{4D0E6CCE-DEB2-4406-9267-D3B8FE6CCC1E}" destId="{4226D420-E602-416D-96E7-4FC84326D30F}" srcOrd="0" destOrd="0" presId="urn:microsoft.com/office/officeart/2018/2/layout/IconVerticalSolidList"/>
    <dgm:cxn modelId="{F9D9E2A7-43D7-419E-BC84-BA4158A62828}" type="presParOf" srcId="{4226D420-E602-416D-96E7-4FC84326D30F}" destId="{E01EF9CC-0540-4601-9E51-B6425876D65D}" srcOrd="0" destOrd="0" presId="urn:microsoft.com/office/officeart/2018/2/layout/IconVerticalSolidList"/>
    <dgm:cxn modelId="{7D919AE4-1C76-4ECC-A5CC-AC74E882E5DB}" type="presParOf" srcId="{4226D420-E602-416D-96E7-4FC84326D30F}" destId="{37CFB71C-4802-4FEC-B2CF-666167C44749}" srcOrd="1" destOrd="0" presId="urn:microsoft.com/office/officeart/2018/2/layout/IconVerticalSolidList"/>
    <dgm:cxn modelId="{054B58C2-086E-4770-9F91-7C500B02F9E8}" type="presParOf" srcId="{4226D420-E602-416D-96E7-4FC84326D30F}" destId="{AE31F3C3-7212-4D1F-849E-A63FA9D895D2}" srcOrd="2" destOrd="0" presId="urn:microsoft.com/office/officeart/2018/2/layout/IconVerticalSolidList"/>
    <dgm:cxn modelId="{9F709234-96A8-482A-BF75-C37A729B389E}" type="presParOf" srcId="{4226D420-E602-416D-96E7-4FC84326D30F}" destId="{B13083E8-D618-4A7A-84A3-D07737A3ABF2}" srcOrd="3" destOrd="0" presId="urn:microsoft.com/office/officeart/2018/2/layout/IconVerticalSolidList"/>
    <dgm:cxn modelId="{77A093D1-8F31-457A-A557-BCBCE5188FF0}" type="presParOf" srcId="{4D0E6CCE-DEB2-4406-9267-D3B8FE6CCC1E}" destId="{0A829D59-9C50-4801-87F8-9CBE43C1F94C}" srcOrd="1" destOrd="0" presId="urn:microsoft.com/office/officeart/2018/2/layout/IconVerticalSolidList"/>
    <dgm:cxn modelId="{D1473896-A6B4-4600-AF66-B159DA617CEE}" type="presParOf" srcId="{4D0E6CCE-DEB2-4406-9267-D3B8FE6CCC1E}" destId="{1558763D-2ECB-4E34-8D22-7D3F3BACAB74}" srcOrd="2" destOrd="0" presId="urn:microsoft.com/office/officeart/2018/2/layout/IconVerticalSolidList"/>
    <dgm:cxn modelId="{27B2F2C8-C1B4-4B12-95A1-652086E6073E}" type="presParOf" srcId="{1558763D-2ECB-4E34-8D22-7D3F3BACAB74}" destId="{DC8AB0CC-5B67-4C53-8824-D26070DE1D7F}" srcOrd="0" destOrd="0" presId="urn:microsoft.com/office/officeart/2018/2/layout/IconVerticalSolidList"/>
    <dgm:cxn modelId="{77187064-49F3-4B15-BD52-C45F9D57A9F9}" type="presParOf" srcId="{1558763D-2ECB-4E34-8D22-7D3F3BACAB74}" destId="{DEF095CA-03C8-417A-B71E-21292E203A64}" srcOrd="1" destOrd="0" presId="urn:microsoft.com/office/officeart/2018/2/layout/IconVerticalSolidList"/>
    <dgm:cxn modelId="{1E4C2FEF-F573-49FF-8981-4F1B34B718D5}" type="presParOf" srcId="{1558763D-2ECB-4E34-8D22-7D3F3BACAB74}" destId="{99FC3FA2-B0F2-478D-BF85-F0D207968E9A}" srcOrd="2" destOrd="0" presId="urn:microsoft.com/office/officeart/2018/2/layout/IconVerticalSolidList"/>
    <dgm:cxn modelId="{EA482006-83AF-4302-A6A3-B83557F776BA}" type="presParOf" srcId="{1558763D-2ECB-4E34-8D22-7D3F3BACAB74}" destId="{860D5E2B-C2AF-464D-B9D8-17714EA139C2}" srcOrd="3" destOrd="0" presId="urn:microsoft.com/office/officeart/2018/2/layout/IconVerticalSolidList"/>
    <dgm:cxn modelId="{30B3EC05-02ED-4BF0-B2F3-69B079DDFD20}" type="presParOf" srcId="{4D0E6CCE-DEB2-4406-9267-D3B8FE6CCC1E}" destId="{0FC59738-3A2B-4A22-A3CC-657A7AD84C78}" srcOrd="3" destOrd="0" presId="urn:microsoft.com/office/officeart/2018/2/layout/IconVerticalSolidList"/>
    <dgm:cxn modelId="{7C85EA8D-5EF2-4F80-8809-A8F76A0DBA1B}" type="presParOf" srcId="{4D0E6CCE-DEB2-4406-9267-D3B8FE6CCC1E}" destId="{6A421176-52F9-4A2B-832B-5FD1698028FC}" srcOrd="4" destOrd="0" presId="urn:microsoft.com/office/officeart/2018/2/layout/IconVerticalSolidList"/>
    <dgm:cxn modelId="{C827CD26-8757-4749-83A1-753CADD88D6B}" type="presParOf" srcId="{6A421176-52F9-4A2B-832B-5FD1698028FC}" destId="{91DF2990-1BC6-43D5-8CFA-B129498D562B}" srcOrd="0" destOrd="0" presId="urn:microsoft.com/office/officeart/2018/2/layout/IconVerticalSolidList"/>
    <dgm:cxn modelId="{9D375003-2455-41CD-8454-2F55C36DDC3B}" type="presParOf" srcId="{6A421176-52F9-4A2B-832B-5FD1698028FC}" destId="{727DE077-7A8B-4950-B2D8-7004A8EA2039}" srcOrd="1" destOrd="0" presId="urn:microsoft.com/office/officeart/2018/2/layout/IconVerticalSolidList"/>
    <dgm:cxn modelId="{430A6009-8AEE-4CBC-B58F-784CBCE5BE92}" type="presParOf" srcId="{6A421176-52F9-4A2B-832B-5FD1698028FC}" destId="{859E88F9-D3FA-4F00-842B-A52A39147D95}" srcOrd="2" destOrd="0" presId="urn:microsoft.com/office/officeart/2018/2/layout/IconVerticalSolidList"/>
    <dgm:cxn modelId="{1938A251-291C-403F-9C1B-2EF463E701DE}" type="presParOf" srcId="{6A421176-52F9-4A2B-832B-5FD1698028FC}" destId="{6A0D211E-6DC4-4C34-9A69-381ADC1FA695}" srcOrd="3" destOrd="0" presId="urn:microsoft.com/office/officeart/2018/2/layout/IconVerticalSolidList"/>
    <dgm:cxn modelId="{45A1A31F-4420-4528-BBDC-A57A775C587A}" type="presParOf" srcId="{4D0E6CCE-DEB2-4406-9267-D3B8FE6CCC1E}" destId="{DD2F1116-99E6-4393-96EB-477597E16C45}" srcOrd="5" destOrd="0" presId="urn:microsoft.com/office/officeart/2018/2/layout/IconVerticalSolidList"/>
    <dgm:cxn modelId="{0D2416B8-BB89-484C-9BA4-BCEF5DEC029A}" type="presParOf" srcId="{4D0E6CCE-DEB2-4406-9267-D3B8FE6CCC1E}" destId="{1FA721BE-F7A0-4DC7-871E-795D9FB316C2}" srcOrd="6" destOrd="0" presId="urn:microsoft.com/office/officeart/2018/2/layout/IconVerticalSolidList"/>
    <dgm:cxn modelId="{B7DF56E5-A028-429E-9782-F2D473809E13}" type="presParOf" srcId="{1FA721BE-F7A0-4DC7-871E-795D9FB316C2}" destId="{76993AAB-6282-4737-8866-2C859B7EDC3C}" srcOrd="0" destOrd="0" presId="urn:microsoft.com/office/officeart/2018/2/layout/IconVerticalSolidList"/>
    <dgm:cxn modelId="{63B2B252-8916-477F-A60A-DA6A4BE3C202}" type="presParOf" srcId="{1FA721BE-F7A0-4DC7-871E-795D9FB316C2}" destId="{56CED4B7-90D7-4987-BC3C-6E3DBFD75AFA}" srcOrd="1" destOrd="0" presId="urn:microsoft.com/office/officeart/2018/2/layout/IconVerticalSolidList"/>
    <dgm:cxn modelId="{454A2703-5D20-4D8C-B271-071F98054115}" type="presParOf" srcId="{1FA721BE-F7A0-4DC7-871E-795D9FB316C2}" destId="{31C57CF8-ABF2-4B94-9173-2EFFE5656F90}" srcOrd="2" destOrd="0" presId="urn:microsoft.com/office/officeart/2018/2/layout/IconVerticalSolidList"/>
    <dgm:cxn modelId="{090C2F3D-EB63-4444-9E26-A23C0D99C312}" type="presParOf" srcId="{1FA721BE-F7A0-4DC7-871E-795D9FB316C2}" destId="{EFADD7BF-ED0C-47B4-A257-3660E197327A}" srcOrd="3" destOrd="0" presId="urn:microsoft.com/office/officeart/2018/2/layout/IconVerticalSolidList"/>
    <dgm:cxn modelId="{AFE27AF7-D8D1-41BA-ADF8-E0F4E3F29195}" type="presParOf" srcId="{4D0E6CCE-DEB2-4406-9267-D3B8FE6CCC1E}" destId="{0297F137-3227-49D0-9FA8-D5A66A58BA2F}" srcOrd="7" destOrd="0" presId="urn:microsoft.com/office/officeart/2018/2/layout/IconVerticalSolidList"/>
    <dgm:cxn modelId="{E790DA27-E7BD-4628-8AB5-22BE71B63A50}" type="presParOf" srcId="{4D0E6CCE-DEB2-4406-9267-D3B8FE6CCC1E}" destId="{1F026D8F-8B65-4CB5-B7DD-C1F0230A268C}" srcOrd="8" destOrd="0" presId="urn:microsoft.com/office/officeart/2018/2/layout/IconVerticalSolidList"/>
    <dgm:cxn modelId="{FE523C00-DA4B-4F31-BBE8-AC8FE33E13A1}" type="presParOf" srcId="{1F026D8F-8B65-4CB5-B7DD-C1F0230A268C}" destId="{92C17646-A264-4995-9E0D-AB485F89396B}" srcOrd="0" destOrd="0" presId="urn:microsoft.com/office/officeart/2018/2/layout/IconVerticalSolidList"/>
    <dgm:cxn modelId="{63D3FC1C-D930-4109-A28F-710A91DBD9D1}" type="presParOf" srcId="{1F026D8F-8B65-4CB5-B7DD-C1F0230A268C}" destId="{166A50C8-DA7A-4598-A066-7AB997C8BB67}" srcOrd="1" destOrd="0" presId="urn:microsoft.com/office/officeart/2018/2/layout/IconVerticalSolidList"/>
    <dgm:cxn modelId="{65DA73A0-9B66-46F0-BE2E-479183339016}" type="presParOf" srcId="{1F026D8F-8B65-4CB5-B7DD-C1F0230A268C}" destId="{AD38D34F-B8C8-4A6D-B4E6-C7449FA27D48}" srcOrd="2" destOrd="0" presId="urn:microsoft.com/office/officeart/2018/2/layout/IconVerticalSolidList"/>
    <dgm:cxn modelId="{053CC09B-CCC3-47D8-9C77-33E4690AA2FF}" type="presParOf" srcId="{1F026D8F-8B65-4CB5-B7DD-C1F0230A268C}" destId="{9BC0DE9F-2882-43CE-873E-3950D0CEE3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56F6ADD-7914-4B49-A542-12C51C18E52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532B5E-C3F8-4FEE-ACD2-67E544A686EF}">
      <dgm:prSet/>
      <dgm:spPr/>
      <dgm:t>
        <a:bodyPr/>
        <a:lstStyle/>
        <a:p>
          <a:r>
            <a:rPr lang="en-US"/>
            <a:t>Semaphore is a process synchronization tool. </a:t>
          </a:r>
        </a:p>
      </dgm:t>
    </dgm:pt>
    <dgm:pt modelId="{5DDA3AE4-6CAF-4EED-B0D2-2CEA86EDFAC0}" type="parTrans" cxnId="{F7EFE5D6-449B-446C-ADDF-717B91089B8B}">
      <dgm:prSet/>
      <dgm:spPr/>
      <dgm:t>
        <a:bodyPr/>
        <a:lstStyle/>
        <a:p>
          <a:endParaRPr lang="en-US" sz="2000"/>
        </a:p>
      </dgm:t>
    </dgm:pt>
    <dgm:pt modelId="{4CD2ACFA-DDAC-4837-A082-F22D6FF9AB41}" type="sibTrans" cxnId="{F7EFE5D6-449B-446C-ADDF-717B91089B8B}">
      <dgm:prSet/>
      <dgm:spPr/>
      <dgm:t>
        <a:bodyPr/>
        <a:lstStyle/>
        <a:p>
          <a:endParaRPr lang="en-US"/>
        </a:p>
      </dgm:t>
    </dgm:pt>
    <dgm:pt modelId="{94A1D59C-BAEE-4D74-AF2C-3D717734DFF7}">
      <dgm:prSet/>
      <dgm:spPr/>
      <dgm:t>
        <a:bodyPr/>
        <a:lstStyle/>
        <a:p>
          <a:r>
            <a:rPr lang="en-US"/>
            <a:t>Semaphore is typically an </a:t>
          </a:r>
          <a:r>
            <a:rPr lang="en-US" b="1"/>
            <a:t>integer variable</a:t>
          </a:r>
          <a:r>
            <a:rPr lang="en-US"/>
            <a:t> </a:t>
          </a:r>
          <a:r>
            <a:rPr lang="en-US" b="1"/>
            <a:t>S</a:t>
          </a:r>
          <a:r>
            <a:rPr lang="en-US"/>
            <a:t> that is initialized to the number of resources present in the system and the value of semaphore can be </a:t>
          </a:r>
          <a:r>
            <a:rPr lang="en-US" b="1"/>
            <a:t>modified</a:t>
          </a:r>
          <a:r>
            <a:rPr lang="en-US"/>
            <a:t> only by two functions </a:t>
          </a:r>
          <a:r>
            <a:rPr lang="en-US" b="1"/>
            <a:t>wait()</a:t>
          </a:r>
          <a:r>
            <a:rPr lang="en-US"/>
            <a:t> and </a:t>
          </a:r>
          <a:r>
            <a:rPr lang="en-US" b="1"/>
            <a:t>signal()</a:t>
          </a:r>
          <a:r>
            <a:rPr lang="en-US"/>
            <a:t> apart from initialization.</a:t>
          </a:r>
        </a:p>
      </dgm:t>
    </dgm:pt>
    <dgm:pt modelId="{97058AB2-7A48-47AA-9D46-EA73B6D922EE}" type="parTrans" cxnId="{517FFCF4-12A6-48F2-9E39-1B712CC08DB2}">
      <dgm:prSet/>
      <dgm:spPr/>
      <dgm:t>
        <a:bodyPr/>
        <a:lstStyle/>
        <a:p>
          <a:endParaRPr lang="en-US" sz="2000"/>
        </a:p>
      </dgm:t>
    </dgm:pt>
    <dgm:pt modelId="{D3B283D0-B1A3-4A17-ACBA-E752AC5D8B9F}" type="sibTrans" cxnId="{517FFCF4-12A6-48F2-9E39-1B712CC08DB2}">
      <dgm:prSet/>
      <dgm:spPr/>
      <dgm:t>
        <a:bodyPr/>
        <a:lstStyle/>
        <a:p>
          <a:endParaRPr lang="en-US"/>
        </a:p>
      </dgm:t>
    </dgm:pt>
    <dgm:pt modelId="{0CA6AB79-029D-4709-AFD4-1525EDFC6DF4}">
      <dgm:prSet/>
      <dgm:spPr/>
      <dgm:t>
        <a:bodyPr/>
        <a:lstStyle/>
        <a:p>
          <a:r>
            <a:rPr lang="en-US" b="1" dirty="0"/>
            <a:t>Counting semaphores</a:t>
          </a:r>
          <a:r>
            <a:rPr lang="en-US" dirty="0"/>
            <a:t> and </a:t>
          </a:r>
          <a:r>
            <a:rPr lang="en-US" b="1" dirty="0"/>
            <a:t>Binary semaphore</a:t>
          </a:r>
          <a:r>
            <a:rPr lang="en-US" dirty="0"/>
            <a:t>.</a:t>
          </a:r>
        </a:p>
      </dgm:t>
    </dgm:pt>
    <dgm:pt modelId="{B88CA972-728A-44B6-8745-27E27A8F2DBB}" type="parTrans" cxnId="{FABE21FA-EF8F-4655-A740-71B09CB962CC}">
      <dgm:prSet/>
      <dgm:spPr/>
      <dgm:t>
        <a:bodyPr/>
        <a:lstStyle/>
        <a:p>
          <a:endParaRPr lang="en-US" sz="2000"/>
        </a:p>
      </dgm:t>
    </dgm:pt>
    <dgm:pt modelId="{5BB4031D-2B7C-486F-A826-61070A6B525F}" type="sibTrans" cxnId="{FABE21FA-EF8F-4655-A740-71B09CB962CC}">
      <dgm:prSet/>
      <dgm:spPr/>
      <dgm:t>
        <a:bodyPr/>
        <a:lstStyle/>
        <a:p>
          <a:endParaRPr lang="en-US"/>
        </a:p>
      </dgm:t>
    </dgm:pt>
    <dgm:pt modelId="{B7AA3E6A-DCF4-4B81-948A-3BEBD081F300}">
      <dgm:prSet/>
      <dgm:spPr/>
      <dgm:t>
        <a:bodyPr/>
        <a:lstStyle/>
        <a:p>
          <a:r>
            <a:rPr lang="en-US"/>
            <a:t>In </a:t>
          </a:r>
          <a:r>
            <a:rPr lang="en-US" b="1"/>
            <a:t>Counting Semaphore</a:t>
          </a:r>
          <a:r>
            <a:rPr lang="en-US"/>
            <a:t>, the semaphore S value is initialized to the </a:t>
          </a:r>
          <a:r>
            <a:rPr lang="en-US" b="1"/>
            <a:t>number of resource</a:t>
          </a:r>
          <a:r>
            <a:rPr lang="en-US"/>
            <a:t>s present in the system.</a:t>
          </a:r>
        </a:p>
      </dgm:t>
    </dgm:pt>
    <dgm:pt modelId="{D0ABB8A0-16B7-41DE-976E-E68C434F516B}" type="parTrans" cxnId="{9B8EE1AE-BB7B-4D45-9606-4ACDCCC8A81C}">
      <dgm:prSet/>
      <dgm:spPr/>
      <dgm:t>
        <a:bodyPr/>
        <a:lstStyle/>
        <a:p>
          <a:endParaRPr lang="en-US" sz="2000"/>
        </a:p>
      </dgm:t>
    </dgm:pt>
    <dgm:pt modelId="{7CE6F593-142E-4A8F-917E-00E05EE30443}" type="sibTrans" cxnId="{9B8EE1AE-BB7B-4D45-9606-4ACDCCC8A81C}">
      <dgm:prSet/>
      <dgm:spPr/>
      <dgm:t>
        <a:bodyPr/>
        <a:lstStyle/>
        <a:p>
          <a:endParaRPr lang="en-US"/>
        </a:p>
      </dgm:t>
    </dgm:pt>
    <dgm:pt modelId="{768B25C3-F716-4010-A630-30D8FC4C3B84}">
      <dgm:prSet/>
      <dgm:spPr/>
      <dgm:t>
        <a:bodyPr/>
        <a:lstStyle/>
        <a:p>
          <a:r>
            <a:rPr lang="en-US"/>
            <a:t>In </a:t>
          </a:r>
          <a:r>
            <a:rPr lang="en-US" b="1"/>
            <a:t>Binary semaphore</a:t>
          </a:r>
          <a:r>
            <a:rPr lang="en-US"/>
            <a:t>, the value of semaphore ranges between </a:t>
          </a:r>
          <a:r>
            <a:rPr lang="en-US" b="1"/>
            <a:t>0</a:t>
          </a:r>
          <a:r>
            <a:rPr lang="en-US"/>
            <a:t> and </a:t>
          </a:r>
          <a:r>
            <a:rPr lang="en-US" b="1"/>
            <a:t>1</a:t>
          </a:r>
          <a:r>
            <a:rPr lang="en-US"/>
            <a:t>.</a:t>
          </a:r>
        </a:p>
      </dgm:t>
    </dgm:pt>
    <dgm:pt modelId="{9B5A9E52-8958-4A08-89AB-48CB7D7C697B}" type="parTrans" cxnId="{0EC94331-E87A-497C-A2D9-7E9F12F81DDC}">
      <dgm:prSet/>
      <dgm:spPr/>
      <dgm:t>
        <a:bodyPr/>
        <a:lstStyle/>
        <a:p>
          <a:endParaRPr lang="en-US" sz="2000"/>
        </a:p>
      </dgm:t>
    </dgm:pt>
    <dgm:pt modelId="{34A5822D-23CD-4520-BD93-678768918ADB}" type="sibTrans" cxnId="{0EC94331-E87A-497C-A2D9-7E9F12F81DDC}">
      <dgm:prSet/>
      <dgm:spPr/>
      <dgm:t>
        <a:bodyPr/>
        <a:lstStyle/>
        <a:p>
          <a:endParaRPr lang="en-US"/>
        </a:p>
      </dgm:t>
    </dgm:pt>
    <dgm:pt modelId="{C4B72261-950A-4399-BEFC-89B91746B2DD}" type="pres">
      <dgm:prSet presAssocID="{B56F6ADD-7914-4B49-A542-12C51C18E521}" presName="outerComposite" presStyleCnt="0">
        <dgm:presLayoutVars>
          <dgm:chMax val="5"/>
          <dgm:dir/>
          <dgm:resizeHandles val="exact"/>
        </dgm:presLayoutVars>
      </dgm:prSet>
      <dgm:spPr/>
    </dgm:pt>
    <dgm:pt modelId="{718765F3-B6DA-41F6-9BC9-72A7F241FB18}" type="pres">
      <dgm:prSet presAssocID="{B56F6ADD-7914-4B49-A542-12C51C18E521}" presName="dummyMaxCanvas" presStyleCnt="0">
        <dgm:presLayoutVars/>
      </dgm:prSet>
      <dgm:spPr/>
    </dgm:pt>
    <dgm:pt modelId="{22D492C3-0CE7-4637-8F04-7FAD8493F860}" type="pres">
      <dgm:prSet presAssocID="{B56F6ADD-7914-4B49-A542-12C51C18E521}" presName="FiveNodes_1" presStyleLbl="node1" presStyleIdx="0" presStyleCnt="5">
        <dgm:presLayoutVars>
          <dgm:bulletEnabled val="1"/>
        </dgm:presLayoutVars>
      </dgm:prSet>
      <dgm:spPr/>
    </dgm:pt>
    <dgm:pt modelId="{33203CC7-CBB7-4348-9D3E-96CC1E96A880}" type="pres">
      <dgm:prSet presAssocID="{B56F6ADD-7914-4B49-A542-12C51C18E521}" presName="FiveNodes_2" presStyleLbl="node1" presStyleIdx="1" presStyleCnt="5">
        <dgm:presLayoutVars>
          <dgm:bulletEnabled val="1"/>
        </dgm:presLayoutVars>
      </dgm:prSet>
      <dgm:spPr/>
    </dgm:pt>
    <dgm:pt modelId="{FC878008-823F-4155-8171-6BD8A4C85223}" type="pres">
      <dgm:prSet presAssocID="{B56F6ADD-7914-4B49-A542-12C51C18E521}" presName="FiveNodes_3" presStyleLbl="node1" presStyleIdx="2" presStyleCnt="5">
        <dgm:presLayoutVars>
          <dgm:bulletEnabled val="1"/>
        </dgm:presLayoutVars>
      </dgm:prSet>
      <dgm:spPr/>
    </dgm:pt>
    <dgm:pt modelId="{A98D682B-F43E-4B46-A8DB-374FC24043AF}" type="pres">
      <dgm:prSet presAssocID="{B56F6ADD-7914-4B49-A542-12C51C18E521}" presName="FiveNodes_4" presStyleLbl="node1" presStyleIdx="3" presStyleCnt="5">
        <dgm:presLayoutVars>
          <dgm:bulletEnabled val="1"/>
        </dgm:presLayoutVars>
      </dgm:prSet>
      <dgm:spPr/>
    </dgm:pt>
    <dgm:pt modelId="{8BACAD2E-FA2C-40E5-A7BB-4C793D7B8868}" type="pres">
      <dgm:prSet presAssocID="{B56F6ADD-7914-4B49-A542-12C51C18E521}" presName="FiveNodes_5" presStyleLbl="node1" presStyleIdx="4" presStyleCnt="5">
        <dgm:presLayoutVars>
          <dgm:bulletEnabled val="1"/>
        </dgm:presLayoutVars>
      </dgm:prSet>
      <dgm:spPr/>
    </dgm:pt>
    <dgm:pt modelId="{C073E31C-9E40-4311-9528-C9A5AF4BDE58}" type="pres">
      <dgm:prSet presAssocID="{B56F6ADD-7914-4B49-A542-12C51C18E521}" presName="FiveConn_1-2" presStyleLbl="fgAccFollowNode1" presStyleIdx="0" presStyleCnt="4">
        <dgm:presLayoutVars>
          <dgm:bulletEnabled val="1"/>
        </dgm:presLayoutVars>
      </dgm:prSet>
      <dgm:spPr/>
    </dgm:pt>
    <dgm:pt modelId="{31579A9A-05F4-457B-8548-5A3132B004BF}" type="pres">
      <dgm:prSet presAssocID="{B56F6ADD-7914-4B49-A542-12C51C18E521}" presName="FiveConn_2-3" presStyleLbl="fgAccFollowNode1" presStyleIdx="1" presStyleCnt="4">
        <dgm:presLayoutVars>
          <dgm:bulletEnabled val="1"/>
        </dgm:presLayoutVars>
      </dgm:prSet>
      <dgm:spPr/>
    </dgm:pt>
    <dgm:pt modelId="{D8C74A70-A6AF-4B03-A163-0D5993874B2B}" type="pres">
      <dgm:prSet presAssocID="{B56F6ADD-7914-4B49-A542-12C51C18E521}" presName="FiveConn_3-4" presStyleLbl="fgAccFollowNode1" presStyleIdx="2" presStyleCnt="4">
        <dgm:presLayoutVars>
          <dgm:bulletEnabled val="1"/>
        </dgm:presLayoutVars>
      </dgm:prSet>
      <dgm:spPr/>
    </dgm:pt>
    <dgm:pt modelId="{4719F44C-0A2A-4233-98BD-54ED5FB737F3}" type="pres">
      <dgm:prSet presAssocID="{B56F6ADD-7914-4B49-A542-12C51C18E521}" presName="FiveConn_4-5" presStyleLbl="fgAccFollowNode1" presStyleIdx="3" presStyleCnt="4">
        <dgm:presLayoutVars>
          <dgm:bulletEnabled val="1"/>
        </dgm:presLayoutVars>
      </dgm:prSet>
      <dgm:spPr/>
    </dgm:pt>
    <dgm:pt modelId="{FE91C6FF-2974-4980-9307-E91A5ED64D85}" type="pres">
      <dgm:prSet presAssocID="{B56F6ADD-7914-4B49-A542-12C51C18E521}" presName="FiveNodes_1_text" presStyleLbl="node1" presStyleIdx="4" presStyleCnt="5">
        <dgm:presLayoutVars>
          <dgm:bulletEnabled val="1"/>
        </dgm:presLayoutVars>
      </dgm:prSet>
      <dgm:spPr/>
    </dgm:pt>
    <dgm:pt modelId="{D1135C09-91F7-4EF2-94FD-498450ED63EB}" type="pres">
      <dgm:prSet presAssocID="{B56F6ADD-7914-4B49-A542-12C51C18E521}" presName="FiveNodes_2_text" presStyleLbl="node1" presStyleIdx="4" presStyleCnt="5">
        <dgm:presLayoutVars>
          <dgm:bulletEnabled val="1"/>
        </dgm:presLayoutVars>
      </dgm:prSet>
      <dgm:spPr/>
    </dgm:pt>
    <dgm:pt modelId="{102F5522-2D4C-4FAC-A949-9330A27D7562}" type="pres">
      <dgm:prSet presAssocID="{B56F6ADD-7914-4B49-A542-12C51C18E521}" presName="FiveNodes_3_text" presStyleLbl="node1" presStyleIdx="4" presStyleCnt="5">
        <dgm:presLayoutVars>
          <dgm:bulletEnabled val="1"/>
        </dgm:presLayoutVars>
      </dgm:prSet>
      <dgm:spPr/>
    </dgm:pt>
    <dgm:pt modelId="{6F846A8F-87BB-433B-BA89-B403A274BC0C}" type="pres">
      <dgm:prSet presAssocID="{B56F6ADD-7914-4B49-A542-12C51C18E521}" presName="FiveNodes_4_text" presStyleLbl="node1" presStyleIdx="4" presStyleCnt="5">
        <dgm:presLayoutVars>
          <dgm:bulletEnabled val="1"/>
        </dgm:presLayoutVars>
      </dgm:prSet>
      <dgm:spPr/>
    </dgm:pt>
    <dgm:pt modelId="{2743E344-F1C8-424A-BB3D-2F2F20420E77}" type="pres">
      <dgm:prSet presAssocID="{B56F6ADD-7914-4B49-A542-12C51C18E52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165CD1C-7F06-4A41-9F12-1ED8062D75BD}" type="presOf" srcId="{5BB4031D-2B7C-486F-A826-61070A6B525F}" destId="{D8C74A70-A6AF-4B03-A163-0D5993874B2B}" srcOrd="0" destOrd="0" presId="urn:microsoft.com/office/officeart/2005/8/layout/vProcess5"/>
    <dgm:cxn modelId="{0EC94331-E87A-497C-A2D9-7E9F12F81DDC}" srcId="{B56F6ADD-7914-4B49-A542-12C51C18E521}" destId="{768B25C3-F716-4010-A630-30D8FC4C3B84}" srcOrd="4" destOrd="0" parTransId="{9B5A9E52-8958-4A08-89AB-48CB7D7C697B}" sibTransId="{34A5822D-23CD-4520-BD93-678768918ADB}"/>
    <dgm:cxn modelId="{9E83A533-D17C-4DEA-85EB-18DADBD8F5EE}" type="presOf" srcId="{4CD2ACFA-DDAC-4837-A082-F22D6FF9AB41}" destId="{C073E31C-9E40-4311-9528-C9A5AF4BDE58}" srcOrd="0" destOrd="0" presId="urn:microsoft.com/office/officeart/2005/8/layout/vProcess5"/>
    <dgm:cxn modelId="{73475F36-B41D-49B3-8CE5-9EF133248F13}" type="presOf" srcId="{7CE6F593-142E-4A8F-917E-00E05EE30443}" destId="{4719F44C-0A2A-4233-98BD-54ED5FB737F3}" srcOrd="0" destOrd="0" presId="urn:microsoft.com/office/officeart/2005/8/layout/vProcess5"/>
    <dgm:cxn modelId="{75FB9838-07E1-4320-8F2C-17450B843BE8}" type="presOf" srcId="{B7AA3E6A-DCF4-4B81-948A-3BEBD081F300}" destId="{A98D682B-F43E-4B46-A8DB-374FC24043AF}" srcOrd="0" destOrd="0" presId="urn:microsoft.com/office/officeart/2005/8/layout/vProcess5"/>
    <dgm:cxn modelId="{BB275C39-FF51-4A51-8E4A-9098F63B2CEE}" type="presOf" srcId="{0CA6AB79-029D-4709-AFD4-1525EDFC6DF4}" destId="{FC878008-823F-4155-8171-6BD8A4C85223}" srcOrd="0" destOrd="0" presId="urn:microsoft.com/office/officeart/2005/8/layout/vProcess5"/>
    <dgm:cxn modelId="{6DFDB039-A771-4F6E-9216-7D194F83C12B}" type="presOf" srcId="{D3B283D0-B1A3-4A17-ACBA-E752AC5D8B9F}" destId="{31579A9A-05F4-457B-8548-5A3132B004BF}" srcOrd="0" destOrd="0" presId="urn:microsoft.com/office/officeart/2005/8/layout/vProcess5"/>
    <dgm:cxn modelId="{677B043A-F612-4832-B3F8-35D983A7C66F}" type="presOf" srcId="{B56F6ADD-7914-4B49-A542-12C51C18E521}" destId="{C4B72261-950A-4399-BEFC-89B91746B2DD}" srcOrd="0" destOrd="0" presId="urn:microsoft.com/office/officeart/2005/8/layout/vProcess5"/>
    <dgm:cxn modelId="{E3836244-4786-4121-B204-6191DBBE2428}" type="presOf" srcId="{DD532B5E-C3F8-4FEE-ACD2-67E544A686EF}" destId="{22D492C3-0CE7-4637-8F04-7FAD8493F860}" srcOrd="0" destOrd="0" presId="urn:microsoft.com/office/officeart/2005/8/layout/vProcess5"/>
    <dgm:cxn modelId="{89968845-5AF0-49AA-910A-5DA220785C93}" type="presOf" srcId="{B7AA3E6A-DCF4-4B81-948A-3BEBD081F300}" destId="{6F846A8F-87BB-433B-BA89-B403A274BC0C}" srcOrd="1" destOrd="0" presId="urn:microsoft.com/office/officeart/2005/8/layout/vProcess5"/>
    <dgm:cxn modelId="{9A34114A-8622-427C-94B9-8848B2BB743D}" type="presOf" srcId="{94A1D59C-BAEE-4D74-AF2C-3D717734DFF7}" destId="{33203CC7-CBB7-4348-9D3E-96CC1E96A880}" srcOrd="0" destOrd="0" presId="urn:microsoft.com/office/officeart/2005/8/layout/vProcess5"/>
    <dgm:cxn modelId="{058A4880-52C9-4EF5-A0DC-7D5023168560}" type="presOf" srcId="{DD532B5E-C3F8-4FEE-ACD2-67E544A686EF}" destId="{FE91C6FF-2974-4980-9307-E91A5ED64D85}" srcOrd="1" destOrd="0" presId="urn:microsoft.com/office/officeart/2005/8/layout/vProcess5"/>
    <dgm:cxn modelId="{2F4D3790-ADE5-4265-ABE5-8A2A2DC83007}" type="presOf" srcId="{768B25C3-F716-4010-A630-30D8FC4C3B84}" destId="{2743E344-F1C8-424A-BB3D-2F2F20420E77}" srcOrd="1" destOrd="0" presId="urn:microsoft.com/office/officeart/2005/8/layout/vProcess5"/>
    <dgm:cxn modelId="{1C800EA3-2749-45F7-9FC2-CACB97E8F4E2}" type="presOf" srcId="{94A1D59C-BAEE-4D74-AF2C-3D717734DFF7}" destId="{D1135C09-91F7-4EF2-94FD-498450ED63EB}" srcOrd="1" destOrd="0" presId="urn:microsoft.com/office/officeart/2005/8/layout/vProcess5"/>
    <dgm:cxn modelId="{606C25AA-3508-47D0-8115-88F55DF3051D}" type="presOf" srcId="{768B25C3-F716-4010-A630-30D8FC4C3B84}" destId="{8BACAD2E-FA2C-40E5-A7BB-4C793D7B8868}" srcOrd="0" destOrd="0" presId="urn:microsoft.com/office/officeart/2005/8/layout/vProcess5"/>
    <dgm:cxn modelId="{9B8EE1AE-BB7B-4D45-9606-4ACDCCC8A81C}" srcId="{B56F6ADD-7914-4B49-A542-12C51C18E521}" destId="{B7AA3E6A-DCF4-4B81-948A-3BEBD081F300}" srcOrd="3" destOrd="0" parTransId="{D0ABB8A0-16B7-41DE-976E-E68C434F516B}" sibTransId="{7CE6F593-142E-4A8F-917E-00E05EE30443}"/>
    <dgm:cxn modelId="{F7EFE5D6-449B-446C-ADDF-717B91089B8B}" srcId="{B56F6ADD-7914-4B49-A542-12C51C18E521}" destId="{DD532B5E-C3F8-4FEE-ACD2-67E544A686EF}" srcOrd="0" destOrd="0" parTransId="{5DDA3AE4-6CAF-4EED-B0D2-2CEA86EDFAC0}" sibTransId="{4CD2ACFA-DDAC-4837-A082-F22D6FF9AB41}"/>
    <dgm:cxn modelId="{D5D13FF1-D6A0-46AB-9BA9-608A55F88358}" type="presOf" srcId="{0CA6AB79-029D-4709-AFD4-1525EDFC6DF4}" destId="{102F5522-2D4C-4FAC-A949-9330A27D7562}" srcOrd="1" destOrd="0" presId="urn:microsoft.com/office/officeart/2005/8/layout/vProcess5"/>
    <dgm:cxn modelId="{517FFCF4-12A6-48F2-9E39-1B712CC08DB2}" srcId="{B56F6ADD-7914-4B49-A542-12C51C18E521}" destId="{94A1D59C-BAEE-4D74-AF2C-3D717734DFF7}" srcOrd="1" destOrd="0" parTransId="{97058AB2-7A48-47AA-9D46-EA73B6D922EE}" sibTransId="{D3B283D0-B1A3-4A17-ACBA-E752AC5D8B9F}"/>
    <dgm:cxn modelId="{FABE21FA-EF8F-4655-A740-71B09CB962CC}" srcId="{B56F6ADD-7914-4B49-A542-12C51C18E521}" destId="{0CA6AB79-029D-4709-AFD4-1525EDFC6DF4}" srcOrd="2" destOrd="0" parTransId="{B88CA972-728A-44B6-8745-27E27A8F2DBB}" sibTransId="{5BB4031D-2B7C-486F-A826-61070A6B525F}"/>
    <dgm:cxn modelId="{FE5EDB9C-4C85-44BE-BB54-7EC4D67C76C4}" type="presParOf" srcId="{C4B72261-950A-4399-BEFC-89B91746B2DD}" destId="{718765F3-B6DA-41F6-9BC9-72A7F241FB18}" srcOrd="0" destOrd="0" presId="urn:microsoft.com/office/officeart/2005/8/layout/vProcess5"/>
    <dgm:cxn modelId="{89EEB460-EB65-433F-9B22-D6C9C468E27E}" type="presParOf" srcId="{C4B72261-950A-4399-BEFC-89B91746B2DD}" destId="{22D492C3-0CE7-4637-8F04-7FAD8493F860}" srcOrd="1" destOrd="0" presId="urn:microsoft.com/office/officeart/2005/8/layout/vProcess5"/>
    <dgm:cxn modelId="{371D2D4E-832B-4C29-A1C3-BAA9270655DC}" type="presParOf" srcId="{C4B72261-950A-4399-BEFC-89B91746B2DD}" destId="{33203CC7-CBB7-4348-9D3E-96CC1E96A880}" srcOrd="2" destOrd="0" presId="urn:microsoft.com/office/officeart/2005/8/layout/vProcess5"/>
    <dgm:cxn modelId="{849DF205-3AE7-4354-853F-B57AA41CFDA4}" type="presParOf" srcId="{C4B72261-950A-4399-BEFC-89B91746B2DD}" destId="{FC878008-823F-4155-8171-6BD8A4C85223}" srcOrd="3" destOrd="0" presId="urn:microsoft.com/office/officeart/2005/8/layout/vProcess5"/>
    <dgm:cxn modelId="{941F3B68-701B-427D-998D-22FB2902029B}" type="presParOf" srcId="{C4B72261-950A-4399-BEFC-89B91746B2DD}" destId="{A98D682B-F43E-4B46-A8DB-374FC24043AF}" srcOrd="4" destOrd="0" presId="urn:microsoft.com/office/officeart/2005/8/layout/vProcess5"/>
    <dgm:cxn modelId="{92CB7251-D072-4628-88C5-9EA6BBFBBCCC}" type="presParOf" srcId="{C4B72261-950A-4399-BEFC-89B91746B2DD}" destId="{8BACAD2E-FA2C-40E5-A7BB-4C793D7B8868}" srcOrd="5" destOrd="0" presId="urn:microsoft.com/office/officeart/2005/8/layout/vProcess5"/>
    <dgm:cxn modelId="{AFD245AB-D0D1-4B2E-9DF8-020EFB461CB6}" type="presParOf" srcId="{C4B72261-950A-4399-BEFC-89B91746B2DD}" destId="{C073E31C-9E40-4311-9528-C9A5AF4BDE58}" srcOrd="6" destOrd="0" presId="urn:microsoft.com/office/officeart/2005/8/layout/vProcess5"/>
    <dgm:cxn modelId="{F3FC46D6-F1F6-41B9-B516-1CDB44BF7F1E}" type="presParOf" srcId="{C4B72261-950A-4399-BEFC-89B91746B2DD}" destId="{31579A9A-05F4-457B-8548-5A3132B004BF}" srcOrd="7" destOrd="0" presId="urn:microsoft.com/office/officeart/2005/8/layout/vProcess5"/>
    <dgm:cxn modelId="{6CDE99E5-6963-4328-8CD4-327F524D4534}" type="presParOf" srcId="{C4B72261-950A-4399-BEFC-89B91746B2DD}" destId="{D8C74A70-A6AF-4B03-A163-0D5993874B2B}" srcOrd="8" destOrd="0" presId="urn:microsoft.com/office/officeart/2005/8/layout/vProcess5"/>
    <dgm:cxn modelId="{B1CBFD53-F367-4479-985A-B6D3C096F084}" type="presParOf" srcId="{C4B72261-950A-4399-BEFC-89B91746B2DD}" destId="{4719F44C-0A2A-4233-98BD-54ED5FB737F3}" srcOrd="9" destOrd="0" presId="urn:microsoft.com/office/officeart/2005/8/layout/vProcess5"/>
    <dgm:cxn modelId="{029E9D4B-B751-4A62-873B-F878FE89497B}" type="presParOf" srcId="{C4B72261-950A-4399-BEFC-89B91746B2DD}" destId="{FE91C6FF-2974-4980-9307-E91A5ED64D85}" srcOrd="10" destOrd="0" presId="urn:microsoft.com/office/officeart/2005/8/layout/vProcess5"/>
    <dgm:cxn modelId="{3D582FC4-6EF1-4B75-9F1A-C220D6C2F09C}" type="presParOf" srcId="{C4B72261-950A-4399-BEFC-89B91746B2DD}" destId="{D1135C09-91F7-4EF2-94FD-498450ED63EB}" srcOrd="11" destOrd="0" presId="urn:microsoft.com/office/officeart/2005/8/layout/vProcess5"/>
    <dgm:cxn modelId="{19812587-F678-4CB8-BC8F-06A0F83DB889}" type="presParOf" srcId="{C4B72261-950A-4399-BEFC-89B91746B2DD}" destId="{102F5522-2D4C-4FAC-A949-9330A27D7562}" srcOrd="12" destOrd="0" presId="urn:microsoft.com/office/officeart/2005/8/layout/vProcess5"/>
    <dgm:cxn modelId="{499F19CC-28CA-41C8-BE91-800D455729E9}" type="presParOf" srcId="{C4B72261-950A-4399-BEFC-89B91746B2DD}" destId="{6F846A8F-87BB-433B-BA89-B403A274BC0C}" srcOrd="13" destOrd="0" presId="urn:microsoft.com/office/officeart/2005/8/layout/vProcess5"/>
    <dgm:cxn modelId="{670265FB-DA6A-4EE6-8ADB-DA8145B14740}" type="presParOf" srcId="{C4B72261-950A-4399-BEFC-89B91746B2DD}" destId="{2743E344-F1C8-424A-BB3D-2F2F20420E7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989F2FE-420F-4A33-A8FE-7FAFB6716765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889ADA8-9409-4497-A08A-DD4671A16DEF}">
      <dgm:prSet/>
      <dgm:spPr/>
      <dgm:t>
        <a:bodyPr/>
        <a:lstStyle/>
        <a:p>
          <a:r>
            <a:rPr lang="en-US"/>
            <a:t>POXIS Semaphores required library</a:t>
          </a:r>
        </a:p>
      </dgm:t>
    </dgm:pt>
    <dgm:pt modelId="{9B6194DD-8518-45DB-93E7-8D45B5E19676}" type="parTrans" cxnId="{03224B7A-8910-41E8-9310-4DF3B379AD0E}">
      <dgm:prSet/>
      <dgm:spPr/>
      <dgm:t>
        <a:bodyPr/>
        <a:lstStyle/>
        <a:p>
          <a:endParaRPr lang="en-US" sz="1800"/>
        </a:p>
      </dgm:t>
    </dgm:pt>
    <dgm:pt modelId="{17C6B8E5-46B0-40DF-A56F-EA26E7E9F89E}" type="sibTrans" cxnId="{03224B7A-8910-41E8-9310-4DF3B379AD0E}">
      <dgm:prSet/>
      <dgm:spPr/>
      <dgm:t>
        <a:bodyPr/>
        <a:lstStyle/>
        <a:p>
          <a:endParaRPr lang="en-US"/>
        </a:p>
      </dgm:t>
    </dgm:pt>
    <dgm:pt modelId="{29CD9798-CA2F-446D-AB73-983D394FCCD5}">
      <dgm:prSet/>
      <dgm:spPr/>
      <dgm:t>
        <a:bodyPr/>
        <a:lstStyle/>
        <a:p>
          <a:r>
            <a:rPr lang="en-US"/>
            <a:t>All POSIX semaphore functions and types are defined in </a:t>
          </a:r>
          <a:r>
            <a:rPr lang="en-US" b="1" u="sng"/>
            <a:t>semaphore.h</a:t>
          </a:r>
          <a:r>
            <a:rPr lang="en-US"/>
            <a:t>. To  define a semaphore object, use:</a:t>
          </a:r>
        </a:p>
        <a:p>
          <a:r>
            <a:rPr lang="en-US"/>
            <a:t>#include &lt;semaphore.h&gt;  sem_t sem_name;</a:t>
          </a:r>
        </a:p>
      </dgm:t>
    </dgm:pt>
    <dgm:pt modelId="{8CC335CC-5A01-40F4-BA20-06C5DD14AA5F}" type="parTrans" cxnId="{0AF95B07-B1FE-4F94-A96D-CBE75697C31D}">
      <dgm:prSet/>
      <dgm:spPr/>
      <dgm:t>
        <a:bodyPr/>
        <a:lstStyle/>
        <a:p>
          <a:endParaRPr lang="en-US" sz="1800"/>
        </a:p>
      </dgm:t>
    </dgm:pt>
    <dgm:pt modelId="{B27292FD-D799-4F0E-994A-B14EE7CA7CC9}" type="sibTrans" cxnId="{0AF95B07-B1FE-4F94-A96D-CBE75697C31D}">
      <dgm:prSet/>
      <dgm:spPr/>
      <dgm:t>
        <a:bodyPr/>
        <a:lstStyle/>
        <a:p>
          <a:endParaRPr lang="en-US"/>
        </a:p>
      </dgm:t>
    </dgm:pt>
    <dgm:pt modelId="{E7355A98-31D0-466E-8285-ACF89F85E687}">
      <dgm:prSet/>
      <dgm:spPr/>
      <dgm:t>
        <a:bodyPr/>
        <a:lstStyle/>
        <a:p>
          <a:r>
            <a:rPr lang="en-US"/>
            <a:t>To initialize a semaphore, use sem_init():</a:t>
          </a:r>
        </a:p>
      </dgm:t>
    </dgm:pt>
    <dgm:pt modelId="{738D8AB6-0225-40C3-B1EB-A7EA0FCA665A}" type="parTrans" cxnId="{30C4421D-56A9-4FFB-BCBC-E85F146E4CA3}">
      <dgm:prSet/>
      <dgm:spPr/>
      <dgm:t>
        <a:bodyPr/>
        <a:lstStyle/>
        <a:p>
          <a:endParaRPr lang="en-US" sz="1800"/>
        </a:p>
      </dgm:t>
    </dgm:pt>
    <dgm:pt modelId="{0317EA42-1F92-4729-8948-158ECBF3A86D}" type="sibTrans" cxnId="{30C4421D-56A9-4FFB-BCBC-E85F146E4CA3}">
      <dgm:prSet/>
      <dgm:spPr/>
      <dgm:t>
        <a:bodyPr/>
        <a:lstStyle/>
        <a:p>
          <a:endParaRPr lang="en-US"/>
        </a:p>
      </dgm:t>
    </dgm:pt>
    <dgm:pt modelId="{7B5FF65A-4805-42DD-8501-8406689A13FD}">
      <dgm:prSet/>
      <dgm:spPr/>
      <dgm:t>
        <a:bodyPr/>
        <a:lstStyle/>
        <a:p>
          <a:r>
            <a:rPr lang="en-US"/>
            <a:t>int sem_init(sem_t *sem, int pshared, unsigned int value);</a:t>
          </a:r>
        </a:p>
      </dgm:t>
    </dgm:pt>
    <dgm:pt modelId="{3AE55832-2871-4E38-84C2-350E6EBD81AC}" type="parTrans" cxnId="{6ADD8460-AC16-4B11-9E0E-1793DABF6FD6}">
      <dgm:prSet/>
      <dgm:spPr/>
      <dgm:t>
        <a:bodyPr/>
        <a:lstStyle/>
        <a:p>
          <a:endParaRPr lang="en-US" sz="1800"/>
        </a:p>
      </dgm:t>
    </dgm:pt>
    <dgm:pt modelId="{25FBEEBC-E5CF-4D3D-97E1-D0CCB6C77FE3}" type="sibTrans" cxnId="{6ADD8460-AC16-4B11-9E0E-1793DABF6FD6}">
      <dgm:prSet/>
      <dgm:spPr/>
      <dgm:t>
        <a:bodyPr/>
        <a:lstStyle/>
        <a:p>
          <a:endParaRPr lang="en-US"/>
        </a:p>
      </dgm:t>
    </dgm:pt>
    <dgm:pt modelId="{0264CBBC-C0F4-4512-9CC4-F11145ABE473}">
      <dgm:prSet/>
      <dgm:spPr/>
      <dgm:t>
        <a:bodyPr/>
        <a:lstStyle/>
        <a:p>
          <a:r>
            <a:rPr lang="en-US"/>
            <a:t>semaphore parameters</a:t>
          </a:r>
        </a:p>
      </dgm:t>
    </dgm:pt>
    <dgm:pt modelId="{AF2A2958-A39D-46E1-8937-D8C243053F4E}" type="parTrans" cxnId="{E5094BF1-F17C-4784-BDBA-3E4C19D3D72D}">
      <dgm:prSet/>
      <dgm:spPr/>
      <dgm:t>
        <a:bodyPr/>
        <a:lstStyle/>
        <a:p>
          <a:endParaRPr lang="en-US" sz="1800"/>
        </a:p>
      </dgm:t>
    </dgm:pt>
    <dgm:pt modelId="{BB2D9F0F-C2B4-4DE1-AD64-78F86B0D290D}" type="sibTrans" cxnId="{E5094BF1-F17C-4784-BDBA-3E4C19D3D72D}">
      <dgm:prSet/>
      <dgm:spPr/>
      <dgm:t>
        <a:bodyPr/>
        <a:lstStyle/>
        <a:p>
          <a:endParaRPr lang="en-US"/>
        </a:p>
      </dgm:t>
    </dgm:pt>
    <dgm:pt modelId="{4B058FDE-1F14-4F9C-BE7B-5D8AD56E29E9}">
      <dgm:prSet/>
      <dgm:spPr/>
      <dgm:t>
        <a:bodyPr/>
        <a:lstStyle/>
        <a:p>
          <a:r>
            <a:rPr lang="en-US"/>
            <a:t>Example of use:</a:t>
          </a:r>
        </a:p>
      </dgm:t>
    </dgm:pt>
    <dgm:pt modelId="{DB66391E-7789-49B1-9FA7-7A4024F31F7B}" type="parTrans" cxnId="{622389BA-3313-4A13-A709-7BE73A541910}">
      <dgm:prSet/>
      <dgm:spPr/>
      <dgm:t>
        <a:bodyPr/>
        <a:lstStyle/>
        <a:p>
          <a:endParaRPr lang="en-US" sz="1800"/>
        </a:p>
      </dgm:t>
    </dgm:pt>
    <dgm:pt modelId="{BD1A5F80-977B-4FA5-9022-E3F1406E50D3}" type="sibTrans" cxnId="{622389BA-3313-4A13-A709-7BE73A541910}">
      <dgm:prSet/>
      <dgm:spPr/>
      <dgm:t>
        <a:bodyPr/>
        <a:lstStyle/>
        <a:p>
          <a:endParaRPr lang="en-US"/>
        </a:p>
      </dgm:t>
    </dgm:pt>
    <dgm:pt modelId="{438EC7E1-7AA0-458E-B1C3-674C5F233154}">
      <dgm:prSet custT="1"/>
      <dgm:spPr/>
      <dgm:t>
        <a:bodyPr/>
        <a:lstStyle/>
        <a:p>
          <a:r>
            <a:rPr lang="en-US" sz="1200" dirty="0" err="1"/>
            <a:t>sem_init</a:t>
          </a:r>
          <a:r>
            <a:rPr lang="en-US" sz="1200" dirty="0"/>
            <a:t>(&amp;</a:t>
          </a:r>
          <a:r>
            <a:rPr lang="en-US" sz="1200" dirty="0" err="1"/>
            <a:t>sem_name</a:t>
          </a:r>
          <a:r>
            <a:rPr lang="en-US" sz="1200" dirty="0"/>
            <a:t>, 0, 10);</a:t>
          </a:r>
        </a:p>
      </dgm:t>
    </dgm:pt>
    <dgm:pt modelId="{BE5CA68A-140A-41A3-A441-5C0C636A75BB}" type="parTrans" cxnId="{DC08544F-B05E-4068-9213-0B804431633B}">
      <dgm:prSet/>
      <dgm:spPr/>
      <dgm:t>
        <a:bodyPr/>
        <a:lstStyle/>
        <a:p>
          <a:endParaRPr lang="en-US" sz="1800"/>
        </a:p>
      </dgm:t>
    </dgm:pt>
    <dgm:pt modelId="{FD45A065-BD47-4E44-AF80-32FE4D3CF793}" type="sibTrans" cxnId="{DC08544F-B05E-4068-9213-0B804431633B}">
      <dgm:prSet/>
      <dgm:spPr/>
      <dgm:t>
        <a:bodyPr/>
        <a:lstStyle/>
        <a:p>
          <a:endParaRPr lang="en-US"/>
        </a:p>
      </dgm:t>
    </dgm:pt>
    <dgm:pt modelId="{AFBFB3B5-E159-4DED-BBB8-2D6FC46ECE03}">
      <dgm:prSet custT="1"/>
      <dgm:spPr/>
      <dgm:t>
        <a:bodyPr/>
        <a:lstStyle/>
        <a:p>
          <a:r>
            <a:rPr lang="en-US" sz="1050" dirty="0"/>
            <a:t>The value of </a:t>
          </a:r>
          <a:r>
            <a:rPr lang="en-US" sz="1050" dirty="0" err="1"/>
            <a:t>pshared</a:t>
          </a:r>
          <a:r>
            <a:rPr lang="en-US" sz="1050" dirty="0"/>
            <a:t> is 0, so the semaphore is known only in this process.</a:t>
          </a:r>
        </a:p>
      </dgm:t>
    </dgm:pt>
    <dgm:pt modelId="{6581052B-303E-4AF2-A57F-276EB4FB6EE3}" type="parTrans" cxnId="{ABED235A-D60F-410A-9498-1B6F66330490}">
      <dgm:prSet/>
      <dgm:spPr/>
      <dgm:t>
        <a:bodyPr/>
        <a:lstStyle/>
        <a:p>
          <a:endParaRPr lang="en-US" sz="1800"/>
        </a:p>
      </dgm:t>
    </dgm:pt>
    <dgm:pt modelId="{5AAF06F0-1679-4E42-8E40-3F97BDF48DF4}" type="sibTrans" cxnId="{ABED235A-D60F-410A-9498-1B6F66330490}">
      <dgm:prSet/>
      <dgm:spPr/>
      <dgm:t>
        <a:bodyPr/>
        <a:lstStyle/>
        <a:p>
          <a:endParaRPr lang="en-US"/>
        </a:p>
      </dgm:t>
    </dgm:pt>
    <dgm:pt modelId="{B1D8EDE6-1A39-4647-A5AF-5DCF6EA35B55}">
      <dgm:prSet/>
      <dgm:spPr/>
      <dgm:t>
        <a:bodyPr/>
        <a:lstStyle/>
        <a:p>
          <a:r>
            <a:rPr lang="en-US" b="1" dirty="0" err="1"/>
            <a:t>sem</a:t>
          </a:r>
          <a:r>
            <a:rPr lang="en-US" dirty="0"/>
            <a:t> points to a semaphore </a:t>
          </a:r>
          <a:r>
            <a:rPr lang="en-US" b="1" u="sng" dirty="0"/>
            <a:t>object</a:t>
          </a:r>
          <a:r>
            <a:rPr lang="en-US" dirty="0"/>
            <a:t> to initialize, </a:t>
          </a:r>
          <a:r>
            <a:rPr lang="en-US" b="1" dirty="0" err="1"/>
            <a:t>pshared</a:t>
          </a:r>
          <a:r>
            <a:rPr lang="en-US" dirty="0"/>
            <a:t> is a </a:t>
          </a:r>
          <a:r>
            <a:rPr lang="en-US" b="1" u="sng" dirty="0"/>
            <a:t>flag</a:t>
          </a:r>
          <a:r>
            <a:rPr lang="en-US" dirty="0"/>
            <a:t> indicating whether the semaphore should be shared  with a process related by a common ancestor and using shared memory and </a:t>
          </a:r>
          <a:r>
            <a:rPr lang="en-US" b="1" dirty="0"/>
            <a:t>value</a:t>
          </a:r>
          <a:r>
            <a:rPr lang="en-US" dirty="0"/>
            <a:t> is the initial value assigned to the semaphore.</a:t>
          </a:r>
          <a:endParaRPr lang="en-PK" dirty="0"/>
        </a:p>
      </dgm:t>
    </dgm:pt>
    <dgm:pt modelId="{67C9F76B-D1A4-4C22-8BAF-2822B95398DF}" type="parTrans" cxnId="{F9FCC606-7B29-4678-8512-6D478B157446}">
      <dgm:prSet/>
      <dgm:spPr/>
      <dgm:t>
        <a:bodyPr/>
        <a:lstStyle/>
        <a:p>
          <a:endParaRPr lang="en-PK" sz="1800"/>
        </a:p>
      </dgm:t>
    </dgm:pt>
    <dgm:pt modelId="{77D3660D-F8BC-4FDC-9903-C5945076F0B9}" type="sibTrans" cxnId="{F9FCC606-7B29-4678-8512-6D478B157446}">
      <dgm:prSet/>
      <dgm:spPr/>
      <dgm:t>
        <a:bodyPr/>
        <a:lstStyle/>
        <a:p>
          <a:endParaRPr lang="en-PK"/>
        </a:p>
      </dgm:t>
    </dgm:pt>
    <dgm:pt modelId="{89888999-8B4F-4F76-8ED5-D1B6601DBF78}">
      <dgm:prSet custT="1"/>
      <dgm:spPr/>
      <dgm:t>
        <a:bodyPr/>
        <a:lstStyle/>
        <a:p>
          <a:r>
            <a:rPr lang="en-US" sz="1050" b="0" i="0" dirty="0" err="1"/>
            <a:t>LinuxThreads</a:t>
          </a:r>
          <a:r>
            <a:rPr lang="en-US" sz="1050" b="0" i="0" dirty="0"/>
            <a:t> does not currently support shared semaphores</a:t>
          </a:r>
          <a:endParaRPr lang="en-US" sz="1050" dirty="0"/>
        </a:p>
      </dgm:t>
    </dgm:pt>
    <dgm:pt modelId="{4F130886-E121-4715-A641-0B118F815174}" type="parTrans" cxnId="{C332D613-ED8C-46D4-899E-8BB562D5ADF1}">
      <dgm:prSet/>
      <dgm:spPr/>
      <dgm:t>
        <a:bodyPr/>
        <a:lstStyle/>
        <a:p>
          <a:endParaRPr lang="en-PK" sz="2400"/>
        </a:p>
      </dgm:t>
    </dgm:pt>
    <dgm:pt modelId="{2EC5AFD7-0838-4A21-A895-2A9A3E17E4D7}" type="sibTrans" cxnId="{C332D613-ED8C-46D4-899E-8BB562D5ADF1}">
      <dgm:prSet/>
      <dgm:spPr/>
      <dgm:t>
        <a:bodyPr/>
        <a:lstStyle/>
        <a:p>
          <a:endParaRPr lang="en-PK"/>
        </a:p>
      </dgm:t>
    </dgm:pt>
    <dgm:pt modelId="{FC310DD0-D17F-4498-8EC8-18A5417908E8}" type="pres">
      <dgm:prSet presAssocID="{B989F2FE-420F-4A33-A8FE-7FAFB6716765}" presName="Name0" presStyleCnt="0">
        <dgm:presLayoutVars>
          <dgm:dir/>
          <dgm:animLvl val="lvl"/>
          <dgm:resizeHandles val="exact"/>
        </dgm:presLayoutVars>
      </dgm:prSet>
      <dgm:spPr/>
    </dgm:pt>
    <dgm:pt modelId="{884AE87D-FE0E-4407-BFB3-AB37B5CF94A0}" type="pres">
      <dgm:prSet presAssocID="{4B058FDE-1F14-4F9C-BE7B-5D8AD56E29E9}" presName="boxAndChildren" presStyleCnt="0"/>
      <dgm:spPr/>
    </dgm:pt>
    <dgm:pt modelId="{7416699B-518E-47E4-AC7C-BEF1FA102CCB}" type="pres">
      <dgm:prSet presAssocID="{4B058FDE-1F14-4F9C-BE7B-5D8AD56E29E9}" presName="parentTextBox" presStyleLbl="alignNode1" presStyleIdx="0" presStyleCnt="4"/>
      <dgm:spPr/>
    </dgm:pt>
    <dgm:pt modelId="{6A96EC17-A6AA-4A51-931F-CAE055538CC9}" type="pres">
      <dgm:prSet presAssocID="{4B058FDE-1F14-4F9C-BE7B-5D8AD56E29E9}" presName="descendantBox" presStyleLbl="bgAccFollowNode1" presStyleIdx="0" presStyleCnt="4"/>
      <dgm:spPr/>
    </dgm:pt>
    <dgm:pt modelId="{4A4C6BDD-187C-4E14-8F5B-0B4F58BC17A5}" type="pres">
      <dgm:prSet presAssocID="{BB2D9F0F-C2B4-4DE1-AD64-78F86B0D290D}" presName="sp" presStyleCnt="0"/>
      <dgm:spPr/>
    </dgm:pt>
    <dgm:pt modelId="{EF682ABA-FCDB-424B-B212-783775C7D3FF}" type="pres">
      <dgm:prSet presAssocID="{0264CBBC-C0F4-4512-9CC4-F11145ABE473}" presName="arrowAndChildren" presStyleCnt="0"/>
      <dgm:spPr/>
    </dgm:pt>
    <dgm:pt modelId="{1BBEB203-792C-4FAA-B2D1-9FE53BAF7E69}" type="pres">
      <dgm:prSet presAssocID="{0264CBBC-C0F4-4512-9CC4-F11145ABE473}" presName="parentTextArrow" presStyleLbl="node1" presStyleIdx="0" presStyleCnt="0"/>
      <dgm:spPr/>
    </dgm:pt>
    <dgm:pt modelId="{CBFEEA01-EDAC-452B-94E7-59F1409F421E}" type="pres">
      <dgm:prSet presAssocID="{0264CBBC-C0F4-4512-9CC4-F11145ABE473}" presName="arrow" presStyleLbl="alignNode1" presStyleIdx="1" presStyleCnt="4"/>
      <dgm:spPr/>
    </dgm:pt>
    <dgm:pt modelId="{C369BD9B-5069-4BAB-9742-222778AE9479}" type="pres">
      <dgm:prSet presAssocID="{0264CBBC-C0F4-4512-9CC4-F11145ABE473}" presName="descendantArrow" presStyleLbl="bgAccFollowNode1" presStyleIdx="1" presStyleCnt="4"/>
      <dgm:spPr/>
    </dgm:pt>
    <dgm:pt modelId="{561B7CFC-3773-4DC3-8FD0-782DEAA265DD}" type="pres">
      <dgm:prSet presAssocID="{0317EA42-1F92-4729-8948-158ECBF3A86D}" presName="sp" presStyleCnt="0"/>
      <dgm:spPr/>
    </dgm:pt>
    <dgm:pt modelId="{94B384A3-D26B-4A53-AFAC-F87BE4D353A4}" type="pres">
      <dgm:prSet presAssocID="{E7355A98-31D0-466E-8285-ACF89F85E687}" presName="arrowAndChildren" presStyleCnt="0"/>
      <dgm:spPr/>
    </dgm:pt>
    <dgm:pt modelId="{19FA0EF2-4000-4AB0-8940-C52FB1107471}" type="pres">
      <dgm:prSet presAssocID="{E7355A98-31D0-466E-8285-ACF89F85E687}" presName="parentTextArrow" presStyleLbl="node1" presStyleIdx="0" presStyleCnt="0"/>
      <dgm:spPr/>
    </dgm:pt>
    <dgm:pt modelId="{01533167-03E8-4E2D-B350-2387F9A669F1}" type="pres">
      <dgm:prSet presAssocID="{E7355A98-31D0-466E-8285-ACF89F85E687}" presName="arrow" presStyleLbl="alignNode1" presStyleIdx="2" presStyleCnt="4"/>
      <dgm:spPr/>
    </dgm:pt>
    <dgm:pt modelId="{4A496B74-9487-42D7-AAEE-078F9CA77E81}" type="pres">
      <dgm:prSet presAssocID="{E7355A98-31D0-466E-8285-ACF89F85E687}" presName="descendantArrow" presStyleLbl="bgAccFollowNode1" presStyleIdx="2" presStyleCnt="4"/>
      <dgm:spPr/>
    </dgm:pt>
    <dgm:pt modelId="{38DF0C04-B534-438F-BB2D-A957C8A87420}" type="pres">
      <dgm:prSet presAssocID="{17C6B8E5-46B0-40DF-A56F-EA26E7E9F89E}" presName="sp" presStyleCnt="0"/>
      <dgm:spPr/>
    </dgm:pt>
    <dgm:pt modelId="{BFE42D25-E2D0-45E9-A156-D0A3C5117069}" type="pres">
      <dgm:prSet presAssocID="{B889ADA8-9409-4497-A08A-DD4671A16DEF}" presName="arrowAndChildren" presStyleCnt="0"/>
      <dgm:spPr/>
    </dgm:pt>
    <dgm:pt modelId="{961DCF3B-F1C0-4C58-81B1-5887396B8461}" type="pres">
      <dgm:prSet presAssocID="{B889ADA8-9409-4497-A08A-DD4671A16DEF}" presName="parentTextArrow" presStyleLbl="node1" presStyleIdx="0" presStyleCnt="0"/>
      <dgm:spPr/>
    </dgm:pt>
    <dgm:pt modelId="{AA507432-BC80-460B-A5A1-1E314CABB070}" type="pres">
      <dgm:prSet presAssocID="{B889ADA8-9409-4497-A08A-DD4671A16DEF}" presName="arrow" presStyleLbl="alignNode1" presStyleIdx="3" presStyleCnt="4"/>
      <dgm:spPr/>
    </dgm:pt>
    <dgm:pt modelId="{41BE6659-E28F-4F84-AFAA-8BD4C70E9817}" type="pres">
      <dgm:prSet presAssocID="{B889ADA8-9409-4497-A08A-DD4671A16DEF}" presName="descendantArrow" presStyleLbl="bgAccFollowNode1" presStyleIdx="3" presStyleCnt="4"/>
      <dgm:spPr/>
    </dgm:pt>
  </dgm:ptLst>
  <dgm:cxnLst>
    <dgm:cxn modelId="{F9FCC606-7B29-4678-8512-6D478B157446}" srcId="{0264CBBC-C0F4-4512-9CC4-F11145ABE473}" destId="{B1D8EDE6-1A39-4647-A5AF-5DCF6EA35B55}" srcOrd="0" destOrd="0" parTransId="{67C9F76B-D1A4-4C22-8BAF-2822B95398DF}" sibTransId="{77D3660D-F8BC-4FDC-9903-C5945076F0B9}"/>
    <dgm:cxn modelId="{0AF95B07-B1FE-4F94-A96D-CBE75697C31D}" srcId="{B889ADA8-9409-4497-A08A-DD4671A16DEF}" destId="{29CD9798-CA2F-446D-AB73-983D394FCCD5}" srcOrd="0" destOrd="0" parTransId="{8CC335CC-5A01-40F4-BA20-06C5DD14AA5F}" sibTransId="{B27292FD-D799-4F0E-994A-B14EE7CA7CC9}"/>
    <dgm:cxn modelId="{2431140F-F047-483B-8AF4-C74CF8A0EBD3}" type="presOf" srcId="{AFBFB3B5-E159-4DED-BBB8-2D6FC46ECE03}" destId="{6A96EC17-A6AA-4A51-931F-CAE055538CC9}" srcOrd="0" destOrd="1" presId="urn:microsoft.com/office/officeart/2016/7/layout/VerticalDownArrowProcess"/>
    <dgm:cxn modelId="{C332D613-ED8C-46D4-899E-8BB562D5ADF1}" srcId="{438EC7E1-7AA0-458E-B1C3-674C5F233154}" destId="{89888999-8B4F-4F76-8ED5-D1B6601DBF78}" srcOrd="1" destOrd="0" parTransId="{4F130886-E121-4715-A641-0B118F815174}" sibTransId="{2EC5AFD7-0838-4A21-A895-2A9A3E17E4D7}"/>
    <dgm:cxn modelId="{30C4421D-56A9-4FFB-BCBC-E85F146E4CA3}" srcId="{B989F2FE-420F-4A33-A8FE-7FAFB6716765}" destId="{E7355A98-31D0-466E-8285-ACF89F85E687}" srcOrd="1" destOrd="0" parTransId="{738D8AB6-0225-40C3-B1EB-A7EA0FCA665A}" sibTransId="{0317EA42-1F92-4729-8948-158ECBF3A86D}"/>
    <dgm:cxn modelId="{BFCBFD2F-0118-4A32-9FE1-099AF991CDB5}" type="presOf" srcId="{438EC7E1-7AA0-458E-B1C3-674C5F233154}" destId="{6A96EC17-A6AA-4A51-931F-CAE055538CC9}" srcOrd="0" destOrd="0" presId="urn:microsoft.com/office/officeart/2016/7/layout/VerticalDownArrowProcess"/>
    <dgm:cxn modelId="{3F40613C-A8BD-439D-9607-26FA8EC27121}" type="presOf" srcId="{29CD9798-CA2F-446D-AB73-983D394FCCD5}" destId="{41BE6659-E28F-4F84-AFAA-8BD4C70E9817}" srcOrd="0" destOrd="0" presId="urn:microsoft.com/office/officeart/2016/7/layout/VerticalDownArrowProcess"/>
    <dgm:cxn modelId="{5B1C5A3C-0B8B-4AB9-90E3-CF52E53B2E5F}" type="presOf" srcId="{B889ADA8-9409-4497-A08A-DD4671A16DEF}" destId="{961DCF3B-F1C0-4C58-81B1-5887396B8461}" srcOrd="0" destOrd="0" presId="urn:microsoft.com/office/officeart/2016/7/layout/VerticalDownArrowProcess"/>
    <dgm:cxn modelId="{6ADD8460-AC16-4B11-9E0E-1793DABF6FD6}" srcId="{E7355A98-31D0-466E-8285-ACF89F85E687}" destId="{7B5FF65A-4805-42DD-8501-8406689A13FD}" srcOrd="0" destOrd="0" parTransId="{3AE55832-2871-4E38-84C2-350E6EBD81AC}" sibTransId="{25FBEEBC-E5CF-4D3D-97E1-D0CCB6C77FE3}"/>
    <dgm:cxn modelId="{E226CD65-A81F-43E3-B380-ABEECD5443AB}" type="presOf" srcId="{0264CBBC-C0F4-4512-9CC4-F11145ABE473}" destId="{CBFEEA01-EDAC-452B-94E7-59F1409F421E}" srcOrd="1" destOrd="0" presId="urn:microsoft.com/office/officeart/2016/7/layout/VerticalDownArrowProcess"/>
    <dgm:cxn modelId="{830F5868-85B6-43D9-8C7C-9AF23C4B0216}" type="presOf" srcId="{89888999-8B4F-4F76-8ED5-D1B6601DBF78}" destId="{6A96EC17-A6AA-4A51-931F-CAE055538CC9}" srcOrd="0" destOrd="2" presId="urn:microsoft.com/office/officeart/2016/7/layout/VerticalDownArrowProcess"/>
    <dgm:cxn modelId="{18352F4B-44BB-4A02-8B1E-DA093DF03B6A}" type="presOf" srcId="{B889ADA8-9409-4497-A08A-DD4671A16DEF}" destId="{AA507432-BC80-460B-A5A1-1E314CABB070}" srcOrd="1" destOrd="0" presId="urn:microsoft.com/office/officeart/2016/7/layout/VerticalDownArrowProcess"/>
    <dgm:cxn modelId="{DC08544F-B05E-4068-9213-0B804431633B}" srcId="{4B058FDE-1F14-4F9C-BE7B-5D8AD56E29E9}" destId="{438EC7E1-7AA0-458E-B1C3-674C5F233154}" srcOrd="0" destOrd="0" parTransId="{BE5CA68A-140A-41A3-A441-5C0C636A75BB}" sibTransId="{FD45A065-BD47-4E44-AF80-32FE4D3CF793}"/>
    <dgm:cxn modelId="{E17A4272-AC65-4520-AC8E-D1ACB9E469B2}" type="presOf" srcId="{0264CBBC-C0F4-4512-9CC4-F11145ABE473}" destId="{1BBEB203-792C-4FAA-B2D1-9FE53BAF7E69}" srcOrd="0" destOrd="0" presId="urn:microsoft.com/office/officeart/2016/7/layout/VerticalDownArrowProcess"/>
    <dgm:cxn modelId="{ABED235A-D60F-410A-9498-1B6F66330490}" srcId="{438EC7E1-7AA0-458E-B1C3-674C5F233154}" destId="{AFBFB3B5-E159-4DED-BBB8-2D6FC46ECE03}" srcOrd="0" destOrd="0" parTransId="{6581052B-303E-4AF2-A57F-276EB4FB6EE3}" sibTransId="{5AAF06F0-1679-4E42-8E40-3F97BDF48DF4}"/>
    <dgm:cxn modelId="{03224B7A-8910-41E8-9310-4DF3B379AD0E}" srcId="{B989F2FE-420F-4A33-A8FE-7FAFB6716765}" destId="{B889ADA8-9409-4497-A08A-DD4671A16DEF}" srcOrd="0" destOrd="0" parTransId="{9B6194DD-8518-45DB-93E7-8D45B5E19676}" sibTransId="{17C6B8E5-46B0-40DF-A56F-EA26E7E9F89E}"/>
    <dgm:cxn modelId="{792D84B6-2991-4FA2-84C7-DEA120E441EA}" type="presOf" srcId="{B989F2FE-420F-4A33-A8FE-7FAFB6716765}" destId="{FC310DD0-D17F-4498-8EC8-18A5417908E8}" srcOrd="0" destOrd="0" presId="urn:microsoft.com/office/officeart/2016/7/layout/VerticalDownArrowProcess"/>
    <dgm:cxn modelId="{622389BA-3313-4A13-A709-7BE73A541910}" srcId="{B989F2FE-420F-4A33-A8FE-7FAFB6716765}" destId="{4B058FDE-1F14-4F9C-BE7B-5D8AD56E29E9}" srcOrd="3" destOrd="0" parTransId="{DB66391E-7789-49B1-9FA7-7A4024F31F7B}" sibTransId="{BD1A5F80-977B-4FA5-9022-E3F1406E50D3}"/>
    <dgm:cxn modelId="{CA5474BD-2636-46BB-8DAA-855DF2C21223}" type="presOf" srcId="{E7355A98-31D0-466E-8285-ACF89F85E687}" destId="{01533167-03E8-4E2D-B350-2387F9A669F1}" srcOrd="1" destOrd="0" presId="urn:microsoft.com/office/officeart/2016/7/layout/VerticalDownArrowProcess"/>
    <dgm:cxn modelId="{6612A5BD-9FDD-4687-9F4E-E36E8F946A99}" type="presOf" srcId="{7B5FF65A-4805-42DD-8501-8406689A13FD}" destId="{4A496B74-9487-42D7-AAEE-078F9CA77E81}" srcOrd="0" destOrd="0" presId="urn:microsoft.com/office/officeart/2016/7/layout/VerticalDownArrowProcess"/>
    <dgm:cxn modelId="{BAE572C5-835E-4DFA-9E32-20885A71EC65}" type="presOf" srcId="{4B058FDE-1F14-4F9C-BE7B-5D8AD56E29E9}" destId="{7416699B-518E-47E4-AC7C-BEF1FA102CCB}" srcOrd="0" destOrd="0" presId="urn:microsoft.com/office/officeart/2016/7/layout/VerticalDownArrowProcess"/>
    <dgm:cxn modelId="{0AE1EBEA-32D4-4E8A-83E7-B044B752F184}" type="presOf" srcId="{B1D8EDE6-1A39-4647-A5AF-5DCF6EA35B55}" destId="{C369BD9B-5069-4BAB-9742-222778AE9479}" srcOrd="0" destOrd="0" presId="urn:microsoft.com/office/officeart/2016/7/layout/VerticalDownArrowProcess"/>
    <dgm:cxn modelId="{2309D1EE-0713-4573-888F-641FFD7790F1}" type="presOf" srcId="{E7355A98-31D0-466E-8285-ACF89F85E687}" destId="{19FA0EF2-4000-4AB0-8940-C52FB1107471}" srcOrd="0" destOrd="0" presId="urn:microsoft.com/office/officeart/2016/7/layout/VerticalDownArrowProcess"/>
    <dgm:cxn modelId="{E5094BF1-F17C-4784-BDBA-3E4C19D3D72D}" srcId="{B989F2FE-420F-4A33-A8FE-7FAFB6716765}" destId="{0264CBBC-C0F4-4512-9CC4-F11145ABE473}" srcOrd="2" destOrd="0" parTransId="{AF2A2958-A39D-46E1-8937-D8C243053F4E}" sibTransId="{BB2D9F0F-C2B4-4DE1-AD64-78F86B0D290D}"/>
    <dgm:cxn modelId="{C9A848E4-9474-43D8-AEC7-C092D16DF314}" type="presParOf" srcId="{FC310DD0-D17F-4498-8EC8-18A5417908E8}" destId="{884AE87D-FE0E-4407-BFB3-AB37B5CF94A0}" srcOrd="0" destOrd="0" presId="urn:microsoft.com/office/officeart/2016/7/layout/VerticalDownArrowProcess"/>
    <dgm:cxn modelId="{7FE2ED8D-A9FB-49AB-A621-56800D4E539C}" type="presParOf" srcId="{884AE87D-FE0E-4407-BFB3-AB37B5CF94A0}" destId="{7416699B-518E-47E4-AC7C-BEF1FA102CCB}" srcOrd="0" destOrd="0" presId="urn:microsoft.com/office/officeart/2016/7/layout/VerticalDownArrowProcess"/>
    <dgm:cxn modelId="{4E63F73E-9C41-41E4-9019-5C3D0DFF8CDE}" type="presParOf" srcId="{884AE87D-FE0E-4407-BFB3-AB37B5CF94A0}" destId="{6A96EC17-A6AA-4A51-931F-CAE055538CC9}" srcOrd="1" destOrd="0" presId="urn:microsoft.com/office/officeart/2016/7/layout/VerticalDownArrowProcess"/>
    <dgm:cxn modelId="{87CABA7B-BA21-4ADE-9C6D-BC7595892EA9}" type="presParOf" srcId="{FC310DD0-D17F-4498-8EC8-18A5417908E8}" destId="{4A4C6BDD-187C-4E14-8F5B-0B4F58BC17A5}" srcOrd="1" destOrd="0" presId="urn:microsoft.com/office/officeart/2016/7/layout/VerticalDownArrowProcess"/>
    <dgm:cxn modelId="{486672AB-DEB1-4536-94E6-06766D1D1211}" type="presParOf" srcId="{FC310DD0-D17F-4498-8EC8-18A5417908E8}" destId="{EF682ABA-FCDB-424B-B212-783775C7D3FF}" srcOrd="2" destOrd="0" presId="urn:microsoft.com/office/officeart/2016/7/layout/VerticalDownArrowProcess"/>
    <dgm:cxn modelId="{B9212FF8-ECC7-4455-9A4F-DE4F1CF743F0}" type="presParOf" srcId="{EF682ABA-FCDB-424B-B212-783775C7D3FF}" destId="{1BBEB203-792C-4FAA-B2D1-9FE53BAF7E69}" srcOrd="0" destOrd="0" presId="urn:microsoft.com/office/officeart/2016/7/layout/VerticalDownArrowProcess"/>
    <dgm:cxn modelId="{496E3187-FF5F-4B3B-BF9A-1CDEC93A8675}" type="presParOf" srcId="{EF682ABA-FCDB-424B-B212-783775C7D3FF}" destId="{CBFEEA01-EDAC-452B-94E7-59F1409F421E}" srcOrd="1" destOrd="0" presId="urn:microsoft.com/office/officeart/2016/7/layout/VerticalDownArrowProcess"/>
    <dgm:cxn modelId="{491278EE-45C0-4770-B8C9-21F655795DE4}" type="presParOf" srcId="{EF682ABA-FCDB-424B-B212-783775C7D3FF}" destId="{C369BD9B-5069-4BAB-9742-222778AE9479}" srcOrd="2" destOrd="0" presId="urn:microsoft.com/office/officeart/2016/7/layout/VerticalDownArrowProcess"/>
    <dgm:cxn modelId="{233D9099-5BC9-485C-86E9-55FFFED2FB10}" type="presParOf" srcId="{FC310DD0-D17F-4498-8EC8-18A5417908E8}" destId="{561B7CFC-3773-4DC3-8FD0-782DEAA265DD}" srcOrd="3" destOrd="0" presId="urn:microsoft.com/office/officeart/2016/7/layout/VerticalDownArrowProcess"/>
    <dgm:cxn modelId="{AA7158A1-9D55-49A1-865C-DA0958E7481C}" type="presParOf" srcId="{FC310DD0-D17F-4498-8EC8-18A5417908E8}" destId="{94B384A3-D26B-4A53-AFAC-F87BE4D353A4}" srcOrd="4" destOrd="0" presId="urn:microsoft.com/office/officeart/2016/7/layout/VerticalDownArrowProcess"/>
    <dgm:cxn modelId="{BE5C670B-D7BE-4165-B270-A6C2C7047A95}" type="presParOf" srcId="{94B384A3-D26B-4A53-AFAC-F87BE4D353A4}" destId="{19FA0EF2-4000-4AB0-8940-C52FB1107471}" srcOrd="0" destOrd="0" presId="urn:microsoft.com/office/officeart/2016/7/layout/VerticalDownArrowProcess"/>
    <dgm:cxn modelId="{33F99856-3CE0-4089-AD0A-DD1A3A2D28EF}" type="presParOf" srcId="{94B384A3-D26B-4A53-AFAC-F87BE4D353A4}" destId="{01533167-03E8-4E2D-B350-2387F9A669F1}" srcOrd="1" destOrd="0" presId="urn:microsoft.com/office/officeart/2016/7/layout/VerticalDownArrowProcess"/>
    <dgm:cxn modelId="{FC32179C-7C9B-4D81-B3F2-7E4A5972697C}" type="presParOf" srcId="{94B384A3-D26B-4A53-AFAC-F87BE4D353A4}" destId="{4A496B74-9487-42D7-AAEE-078F9CA77E81}" srcOrd="2" destOrd="0" presId="urn:microsoft.com/office/officeart/2016/7/layout/VerticalDownArrowProcess"/>
    <dgm:cxn modelId="{1C8337D3-10DC-4090-8EBC-DC3DFD8C11D3}" type="presParOf" srcId="{FC310DD0-D17F-4498-8EC8-18A5417908E8}" destId="{38DF0C04-B534-438F-BB2D-A957C8A87420}" srcOrd="5" destOrd="0" presId="urn:microsoft.com/office/officeart/2016/7/layout/VerticalDownArrowProcess"/>
    <dgm:cxn modelId="{CDE9B144-69CC-44A1-931F-7B2E111DC247}" type="presParOf" srcId="{FC310DD0-D17F-4498-8EC8-18A5417908E8}" destId="{BFE42D25-E2D0-45E9-A156-D0A3C5117069}" srcOrd="6" destOrd="0" presId="urn:microsoft.com/office/officeart/2016/7/layout/VerticalDownArrowProcess"/>
    <dgm:cxn modelId="{2C2B4254-E4D7-430C-8496-4AFBE655ECB1}" type="presParOf" srcId="{BFE42D25-E2D0-45E9-A156-D0A3C5117069}" destId="{961DCF3B-F1C0-4C58-81B1-5887396B8461}" srcOrd="0" destOrd="0" presId="urn:microsoft.com/office/officeart/2016/7/layout/VerticalDownArrowProcess"/>
    <dgm:cxn modelId="{4ACEBF00-FEEC-4379-B1A6-DDE99F29509E}" type="presParOf" srcId="{BFE42D25-E2D0-45E9-A156-D0A3C5117069}" destId="{AA507432-BC80-460B-A5A1-1E314CABB070}" srcOrd="1" destOrd="0" presId="urn:microsoft.com/office/officeart/2016/7/layout/VerticalDownArrowProcess"/>
    <dgm:cxn modelId="{5835F9F4-2971-46A0-8415-370E9D8E6E44}" type="presParOf" srcId="{BFE42D25-E2D0-45E9-A156-D0A3C5117069}" destId="{41BE6659-E28F-4F84-AFAA-8BD4C70E9817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65641DB-2E80-4C18-A300-692AF44338B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5E2127A-C385-4F7F-9A2D-61A9F57DCE09}">
      <dgm:prSet/>
      <dgm:spPr/>
      <dgm:t>
        <a:bodyPr/>
        <a:lstStyle/>
        <a:p>
          <a:r>
            <a:rPr lang="en-US"/>
            <a:t>int sem_getvalue(sem_t *sem, int *valp);</a:t>
          </a:r>
        </a:p>
      </dgm:t>
    </dgm:pt>
    <dgm:pt modelId="{51A91F75-F6AB-4EF6-BB5D-C2B10C5698B5}" type="parTrans" cxnId="{20D97C9D-D31A-44CB-A806-1C22191F5DFF}">
      <dgm:prSet/>
      <dgm:spPr/>
      <dgm:t>
        <a:bodyPr/>
        <a:lstStyle/>
        <a:p>
          <a:endParaRPr lang="en-US"/>
        </a:p>
      </dgm:t>
    </dgm:pt>
    <dgm:pt modelId="{D124238A-9CEA-4B7B-81B0-BB069A5FF7EA}" type="sibTrans" cxnId="{20D97C9D-D31A-44CB-A806-1C22191F5DFF}">
      <dgm:prSet/>
      <dgm:spPr/>
      <dgm:t>
        <a:bodyPr/>
        <a:lstStyle/>
        <a:p>
          <a:endParaRPr lang="en-US"/>
        </a:p>
      </dgm:t>
    </dgm:pt>
    <dgm:pt modelId="{4889B405-5462-415F-A02D-A463E11C826C}">
      <dgm:prSet/>
      <dgm:spPr/>
      <dgm:t>
        <a:bodyPr/>
        <a:lstStyle/>
        <a:p>
          <a:r>
            <a:rPr lang="en-US" dirty="0"/>
            <a:t>The current value of </a:t>
          </a:r>
          <a:r>
            <a:rPr lang="en-US" dirty="0" err="1"/>
            <a:t>sem</a:t>
          </a:r>
          <a:r>
            <a:rPr lang="en-US" dirty="0"/>
            <a:t> is placed in the location pointed to by </a:t>
          </a:r>
          <a:r>
            <a:rPr lang="en-US" dirty="0" err="1"/>
            <a:t>valp</a:t>
          </a:r>
          <a:r>
            <a:rPr lang="en-US" dirty="0"/>
            <a:t>.</a:t>
          </a:r>
        </a:p>
      </dgm:t>
    </dgm:pt>
    <dgm:pt modelId="{CE76B0EF-9AAB-4DF5-8F95-F7BE5DFB9AD9}" type="parTrans" cxnId="{86DA36CE-1FE8-4C12-A7BF-3BE0DECE8AB7}">
      <dgm:prSet/>
      <dgm:spPr/>
      <dgm:t>
        <a:bodyPr/>
        <a:lstStyle/>
        <a:p>
          <a:endParaRPr lang="en-US"/>
        </a:p>
      </dgm:t>
    </dgm:pt>
    <dgm:pt modelId="{5FCA83A0-7A9E-4DA8-A744-4016202A6C50}" type="sibTrans" cxnId="{86DA36CE-1FE8-4C12-A7BF-3BE0DECE8AB7}">
      <dgm:prSet/>
      <dgm:spPr/>
      <dgm:t>
        <a:bodyPr/>
        <a:lstStyle/>
        <a:p>
          <a:endParaRPr lang="en-US"/>
        </a:p>
      </dgm:t>
    </dgm:pt>
    <dgm:pt modelId="{E638EA34-C53E-45AE-9D0C-2C87A1F55B8E}">
      <dgm:prSet/>
      <dgm:spPr/>
      <dgm:t>
        <a:bodyPr/>
        <a:lstStyle/>
        <a:p>
          <a:r>
            <a:rPr lang="en-US"/>
            <a:t>int value;  sem_getvalue(&amp;sem_name, &amp;value);</a:t>
          </a:r>
        </a:p>
      </dgm:t>
    </dgm:pt>
    <dgm:pt modelId="{8FADEF7A-F6EB-4D61-A26F-46CE9C6F45E2}" type="parTrans" cxnId="{50A4CBA9-1EF1-4AC5-A73D-94D067262235}">
      <dgm:prSet/>
      <dgm:spPr/>
      <dgm:t>
        <a:bodyPr/>
        <a:lstStyle/>
        <a:p>
          <a:endParaRPr lang="en-US"/>
        </a:p>
      </dgm:t>
    </dgm:pt>
    <dgm:pt modelId="{27BAFF74-14D0-40A4-8AC1-E03DE8E38EDB}" type="sibTrans" cxnId="{50A4CBA9-1EF1-4AC5-A73D-94D067262235}">
      <dgm:prSet/>
      <dgm:spPr/>
      <dgm:t>
        <a:bodyPr/>
        <a:lstStyle/>
        <a:p>
          <a:endParaRPr lang="en-US"/>
        </a:p>
      </dgm:t>
    </dgm:pt>
    <dgm:pt modelId="{4C473CEE-74ED-4664-ABBE-65A50A44581D}">
      <dgm:prSet/>
      <dgm:spPr/>
      <dgm:t>
        <a:bodyPr/>
        <a:lstStyle/>
        <a:p>
          <a:r>
            <a:rPr lang="en-US"/>
            <a:t>printf("The value of the semaphore is %d\n", value);</a:t>
          </a:r>
        </a:p>
      </dgm:t>
    </dgm:pt>
    <dgm:pt modelId="{39F3B22B-CCD4-4870-AFAB-B9E7F6A6B9DE}" type="parTrans" cxnId="{66791DF3-0BCF-4A51-824D-F582C4891E32}">
      <dgm:prSet/>
      <dgm:spPr/>
      <dgm:t>
        <a:bodyPr/>
        <a:lstStyle/>
        <a:p>
          <a:endParaRPr lang="en-US"/>
        </a:p>
      </dgm:t>
    </dgm:pt>
    <dgm:pt modelId="{C9E023DA-0EBF-4D3B-9631-3A5FD768AEEB}" type="sibTrans" cxnId="{66791DF3-0BCF-4A51-824D-F582C4891E32}">
      <dgm:prSet/>
      <dgm:spPr/>
      <dgm:t>
        <a:bodyPr/>
        <a:lstStyle/>
        <a:p>
          <a:endParaRPr lang="en-US"/>
        </a:p>
      </dgm:t>
    </dgm:pt>
    <dgm:pt modelId="{7344040A-8611-4C29-9D5F-A48648453C91}">
      <dgm:prSet/>
      <dgm:spPr/>
      <dgm:t>
        <a:bodyPr/>
        <a:lstStyle/>
        <a:p>
          <a:r>
            <a:rPr lang="en-US"/>
            <a:t>To destroy a semaphore, use</a:t>
          </a:r>
        </a:p>
      </dgm:t>
    </dgm:pt>
    <dgm:pt modelId="{11325ED1-7CB8-4CD4-8C10-720976619CCD}" type="parTrans" cxnId="{D2FB49F0-515F-4663-BF06-AD17124D1F09}">
      <dgm:prSet/>
      <dgm:spPr/>
      <dgm:t>
        <a:bodyPr/>
        <a:lstStyle/>
        <a:p>
          <a:endParaRPr lang="en-US"/>
        </a:p>
      </dgm:t>
    </dgm:pt>
    <dgm:pt modelId="{05C68E92-EC61-48EB-82F0-4B455680770E}" type="sibTrans" cxnId="{D2FB49F0-515F-4663-BF06-AD17124D1F09}">
      <dgm:prSet/>
      <dgm:spPr/>
      <dgm:t>
        <a:bodyPr/>
        <a:lstStyle/>
        <a:p>
          <a:endParaRPr lang="en-US"/>
        </a:p>
      </dgm:t>
    </dgm:pt>
    <dgm:pt modelId="{8A091A91-4868-40F8-B6A1-BCEC5868F886}">
      <dgm:prSet/>
      <dgm:spPr/>
      <dgm:t>
        <a:bodyPr/>
        <a:lstStyle/>
        <a:p>
          <a:r>
            <a:rPr lang="en-US"/>
            <a:t>int sem_destroy(sem_t *sem);</a:t>
          </a:r>
        </a:p>
      </dgm:t>
    </dgm:pt>
    <dgm:pt modelId="{F303B2F2-A7DE-4A6F-A3AB-7591FE071D4E}" type="parTrans" cxnId="{5FB01EC7-E633-4DE6-8329-61BD8F66F094}">
      <dgm:prSet/>
      <dgm:spPr/>
      <dgm:t>
        <a:bodyPr/>
        <a:lstStyle/>
        <a:p>
          <a:endParaRPr lang="en-US"/>
        </a:p>
      </dgm:t>
    </dgm:pt>
    <dgm:pt modelId="{8C3D7C96-D71A-4A4C-B2E8-24C6A7340E2D}" type="sibTrans" cxnId="{5FB01EC7-E633-4DE6-8329-61BD8F66F094}">
      <dgm:prSet/>
      <dgm:spPr/>
      <dgm:t>
        <a:bodyPr/>
        <a:lstStyle/>
        <a:p>
          <a:endParaRPr lang="en-US"/>
        </a:p>
      </dgm:t>
    </dgm:pt>
    <dgm:pt modelId="{8BBBC00F-854F-4FC2-85CF-B571AB617D0B}">
      <dgm:prSet/>
      <dgm:spPr/>
      <dgm:t>
        <a:bodyPr/>
        <a:lstStyle/>
        <a:p>
          <a:r>
            <a:rPr lang="en-US" dirty="0"/>
            <a:t>No threads should be waiting on the semaphore, or it will not be destroyed.</a:t>
          </a:r>
        </a:p>
      </dgm:t>
    </dgm:pt>
    <dgm:pt modelId="{BFCD232E-FDBC-453D-B972-4A304FC3AA40}" type="parTrans" cxnId="{2EB39A4E-F8A9-44AE-8B1C-AC55A8EFBDC2}">
      <dgm:prSet/>
      <dgm:spPr/>
      <dgm:t>
        <a:bodyPr/>
        <a:lstStyle/>
        <a:p>
          <a:endParaRPr lang="en-US"/>
        </a:p>
      </dgm:t>
    </dgm:pt>
    <dgm:pt modelId="{BDABD71D-D94E-4682-A59F-E7D2D3119712}" type="sibTrans" cxnId="{2EB39A4E-F8A9-44AE-8B1C-AC55A8EFBDC2}">
      <dgm:prSet/>
      <dgm:spPr/>
      <dgm:t>
        <a:bodyPr/>
        <a:lstStyle/>
        <a:p>
          <a:endParaRPr lang="en-US"/>
        </a:p>
      </dgm:t>
    </dgm:pt>
    <dgm:pt modelId="{C2BD14A1-CCAD-4A53-8B49-E276386858D0}">
      <dgm:prSet/>
      <dgm:spPr/>
      <dgm:t>
        <a:bodyPr/>
        <a:lstStyle/>
        <a:p>
          <a:r>
            <a:rPr lang="en-US" dirty="0"/>
            <a:t>sem_destroy(&amp;sem_name);</a:t>
          </a:r>
        </a:p>
      </dgm:t>
    </dgm:pt>
    <dgm:pt modelId="{E47D1D3F-1DE9-45E5-9B92-19B5D9B7437C}" type="parTrans" cxnId="{A385E85E-010D-40A4-91AD-98ED1EDA4DC1}">
      <dgm:prSet/>
      <dgm:spPr/>
      <dgm:t>
        <a:bodyPr/>
        <a:lstStyle/>
        <a:p>
          <a:endParaRPr lang="en-US"/>
        </a:p>
      </dgm:t>
    </dgm:pt>
    <dgm:pt modelId="{09022FFE-42E4-434E-98A6-4EC92A491C6D}" type="sibTrans" cxnId="{A385E85E-010D-40A4-91AD-98ED1EDA4DC1}">
      <dgm:prSet/>
      <dgm:spPr/>
      <dgm:t>
        <a:bodyPr/>
        <a:lstStyle/>
        <a:p>
          <a:endParaRPr lang="en-US"/>
        </a:p>
      </dgm:t>
    </dgm:pt>
    <dgm:pt modelId="{B13690C1-6BF3-4866-BBA4-B616CADD0D12}">
      <dgm:prSet/>
      <dgm:spPr/>
      <dgm:t>
        <a:bodyPr/>
        <a:lstStyle/>
        <a:p>
          <a:r>
            <a:rPr lang="en-US"/>
            <a:t>Example </a:t>
          </a:r>
          <a:r>
            <a:rPr lang="en-US" dirty="0"/>
            <a:t>of use:</a:t>
          </a:r>
        </a:p>
      </dgm:t>
    </dgm:pt>
    <dgm:pt modelId="{2F8EB178-CEBC-49A7-BFB9-49250E9762F1}" type="parTrans" cxnId="{CCCFFAE8-E989-4DA9-B428-66D72FC97BEF}">
      <dgm:prSet/>
      <dgm:spPr/>
      <dgm:t>
        <a:bodyPr/>
        <a:lstStyle/>
        <a:p>
          <a:endParaRPr lang="en-PK"/>
        </a:p>
      </dgm:t>
    </dgm:pt>
    <dgm:pt modelId="{38E3E6AD-BDF9-4C27-BD82-00574634CAC2}" type="sibTrans" cxnId="{CCCFFAE8-E989-4DA9-B428-66D72FC97BEF}">
      <dgm:prSet/>
      <dgm:spPr/>
      <dgm:t>
        <a:bodyPr/>
        <a:lstStyle/>
        <a:p>
          <a:endParaRPr lang="en-PK"/>
        </a:p>
      </dgm:t>
    </dgm:pt>
    <dgm:pt modelId="{54E6C00B-069B-4F45-B579-CD3F7858EEC7}">
      <dgm:prSet/>
      <dgm:spPr/>
      <dgm:t>
        <a:bodyPr/>
        <a:lstStyle/>
        <a:p>
          <a:r>
            <a:rPr lang="en-US"/>
            <a:t>Example </a:t>
          </a:r>
          <a:r>
            <a:rPr lang="en-US" dirty="0"/>
            <a:t>of use:</a:t>
          </a:r>
        </a:p>
      </dgm:t>
    </dgm:pt>
    <dgm:pt modelId="{0DDE788E-2D19-4B5E-9CC2-F381D3757483}" type="parTrans" cxnId="{830E5ACB-1980-422C-9ADE-538EF5C109F6}">
      <dgm:prSet/>
      <dgm:spPr/>
      <dgm:t>
        <a:bodyPr/>
        <a:lstStyle/>
        <a:p>
          <a:endParaRPr lang="en-PK"/>
        </a:p>
      </dgm:t>
    </dgm:pt>
    <dgm:pt modelId="{5FAF926C-FBD3-4E29-BCDE-8DC898E56184}" type="sibTrans" cxnId="{830E5ACB-1980-422C-9ADE-538EF5C109F6}">
      <dgm:prSet/>
      <dgm:spPr/>
      <dgm:t>
        <a:bodyPr/>
        <a:lstStyle/>
        <a:p>
          <a:endParaRPr lang="en-PK"/>
        </a:p>
      </dgm:t>
    </dgm:pt>
    <dgm:pt modelId="{A784F30F-4462-4BA4-B0C3-D6E2B9DDE0B1}" type="pres">
      <dgm:prSet presAssocID="{865641DB-2E80-4C18-A300-692AF44338B8}" presName="linear" presStyleCnt="0">
        <dgm:presLayoutVars>
          <dgm:animLvl val="lvl"/>
          <dgm:resizeHandles val="exact"/>
        </dgm:presLayoutVars>
      </dgm:prSet>
      <dgm:spPr/>
    </dgm:pt>
    <dgm:pt modelId="{38B75F59-2B81-4E66-9858-F3834762B4D3}" type="pres">
      <dgm:prSet presAssocID="{95E2127A-C385-4F7F-9A2D-61A9F57DCE0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512DFC0-FA46-49B1-ABFB-DEE15A971CFD}" type="pres">
      <dgm:prSet presAssocID="{D124238A-9CEA-4B7B-81B0-BB069A5FF7EA}" presName="spacer" presStyleCnt="0"/>
      <dgm:spPr/>
    </dgm:pt>
    <dgm:pt modelId="{3CC7DF5F-D01F-4D8F-B71B-7C84102E22A7}" type="pres">
      <dgm:prSet presAssocID="{4889B405-5462-415F-A02D-A463E11C826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1309F41-8E55-401B-AFE0-953E8598C8CE}" type="pres">
      <dgm:prSet presAssocID="{5FCA83A0-7A9E-4DA8-A744-4016202A6C50}" presName="spacer" presStyleCnt="0"/>
      <dgm:spPr/>
    </dgm:pt>
    <dgm:pt modelId="{79CEE310-71A4-4468-8234-CBEC8769DEB0}" type="pres">
      <dgm:prSet presAssocID="{B13690C1-6BF3-4866-BBA4-B616CADD0D1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2D1AE69-CE42-4933-AA26-5691D984D154}" type="pres">
      <dgm:prSet presAssocID="{B13690C1-6BF3-4866-BBA4-B616CADD0D12}" presName="childText" presStyleLbl="revTx" presStyleIdx="0" presStyleCnt="3">
        <dgm:presLayoutVars>
          <dgm:bulletEnabled val="1"/>
        </dgm:presLayoutVars>
      </dgm:prSet>
      <dgm:spPr/>
    </dgm:pt>
    <dgm:pt modelId="{C99ACAD4-4107-46F1-8484-8E83F10FF20D}" type="pres">
      <dgm:prSet presAssocID="{7344040A-8611-4C29-9D5F-A48648453C9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2BD7B50-5F21-41C3-8476-6AAD8BC9D32D}" type="pres">
      <dgm:prSet presAssocID="{7344040A-8611-4C29-9D5F-A48648453C91}" presName="childText" presStyleLbl="revTx" presStyleIdx="1" presStyleCnt="3">
        <dgm:presLayoutVars>
          <dgm:bulletEnabled val="1"/>
        </dgm:presLayoutVars>
      </dgm:prSet>
      <dgm:spPr/>
    </dgm:pt>
    <dgm:pt modelId="{D05D5B09-7E48-4D7B-8294-37C02CE2CC67}" type="pres">
      <dgm:prSet presAssocID="{8BBBC00F-854F-4FC2-85CF-B571AB617D0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BB3A859-FEF0-4C8B-99F6-73A6CF0BD580}" type="pres">
      <dgm:prSet presAssocID="{BDABD71D-D94E-4682-A59F-E7D2D3119712}" presName="spacer" presStyleCnt="0"/>
      <dgm:spPr/>
    </dgm:pt>
    <dgm:pt modelId="{D00AEF41-E750-45C5-8522-505AAAFA652E}" type="pres">
      <dgm:prSet presAssocID="{54E6C00B-069B-4F45-B579-CD3F7858EEC7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4A51066B-3129-4B6A-A297-771ACE9FD05D}" type="pres">
      <dgm:prSet presAssocID="{54E6C00B-069B-4F45-B579-CD3F7858EEC7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EFF01306-054A-417B-B0CE-74347E39DCE9}" type="presOf" srcId="{7344040A-8611-4C29-9D5F-A48648453C91}" destId="{C99ACAD4-4107-46F1-8484-8E83F10FF20D}" srcOrd="0" destOrd="0" presId="urn:microsoft.com/office/officeart/2005/8/layout/vList2"/>
    <dgm:cxn modelId="{B45BB214-B8AB-4BDF-8F78-441DA9A53DC4}" type="presOf" srcId="{8BBBC00F-854F-4FC2-85CF-B571AB617D0B}" destId="{D05D5B09-7E48-4D7B-8294-37C02CE2CC67}" srcOrd="0" destOrd="0" presId="urn:microsoft.com/office/officeart/2005/8/layout/vList2"/>
    <dgm:cxn modelId="{F0DF1F34-7C5B-4144-872F-44C4391BA01E}" type="presOf" srcId="{54E6C00B-069B-4F45-B579-CD3F7858EEC7}" destId="{D00AEF41-E750-45C5-8522-505AAAFA652E}" srcOrd="0" destOrd="0" presId="urn:microsoft.com/office/officeart/2005/8/layout/vList2"/>
    <dgm:cxn modelId="{D626E95D-2F41-4E33-ABC8-683C6C8D5E16}" type="presOf" srcId="{4889B405-5462-415F-A02D-A463E11C826C}" destId="{3CC7DF5F-D01F-4D8F-B71B-7C84102E22A7}" srcOrd="0" destOrd="0" presId="urn:microsoft.com/office/officeart/2005/8/layout/vList2"/>
    <dgm:cxn modelId="{A385E85E-010D-40A4-91AD-98ED1EDA4DC1}" srcId="{54E6C00B-069B-4F45-B579-CD3F7858EEC7}" destId="{C2BD14A1-CCAD-4A53-8B49-E276386858D0}" srcOrd="0" destOrd="0" parTransId="{E47D1D3F-1DE9-45E5-9B92-19B5D9B7437C}" sibTransId="{09022FFE-42E4-434E-98A6-4EC92A491C6D}"/>
    <dgm:cxn modelId="{2EB39A4E-F8A9-44AE-8B1C-AC55A8EFBDC2}" srcId="{865641DB-2E80-4C18-A300-692AF44338B8}" destId="{8BBBC00F-854F-4FC2-85CF-B571AB617D0B}" srcOrd="4" destOrd="0" parTransId="{BFCD232E-FDBC-453D-B972-4A304FC3AA40}" sibTransId="{BDABD71D-D94E-4682-A59F-E7D2D3119712}"/>
    <dgm:cxn modelId="{C62A9E84-5C96-439C-B6C4-0E9D1A18A61F}" type="presOf" srcId="{B13690C1-6BF3-4866-BBA4-B616CADD0D12}" destId="{79CEE310-71A4-4468-8234-CBEC8769DEB0}" srcOrd="0" destOrd="0" presId="urn:microsoft.com/office/officeart/2005/8/layout/vList2"/>
    <dgm:cxn modelId="{9355DD89-A687-4064-BD97-E07363FD8318}" type="presOf" srcId="{8A091A91-4868-40F8-B6A1-BCEC5868F886}" destId="{A2BD7B50-5F21-41C3-8476-6AAD8BC9D32D}" srcOrd="0" destOrd="0" presId="urn:microsoft.com/office/officeart/2005/8/layout/vList2"/>
    <dgm:cxn modelId="{20D97C9D-D31A-44CB-A806-1C22191F5DFF}" srcId="{865641DB-2E80-4C18-A300-692AF44338B8}" destId="{95E2127A-C385-4F7F-9A2D-61A9F57DCE09}" srcOrd="0" destOrd="0" parTransId="{51A91F75-F6AB-4EF6-BB5D-C2B10C5698B5}" sibTransId="{D124238A-9CEA-4B7B-81B0-BB069A5FF7EA}"/>
    <dgm:cxn modelId="{50A4CBA9-1EF1-4AC5-A73D-94D067262235}" srcId="{B13690C1-6BF3-4866-BBA4-B616CADD0D12}" destId="{E638EA34-C53E-45AE-9D0C-2C87A1F55B8E}" srcOrd="0" destOrd="0" parTransId="{8FADEF7A-F6EB-4D61-A26F-46CE9C6F45E2}" sibTransId="{27BAFF74-14D0-40A4-8AC1-E03DE8E38EDB}"/>
    <dgm:cxn modelId="{C1F243BA-E606-4A7F-AD4D-2289A63A1766}" type="presOf" srcId="{865641DB-2E80-4C18-A300-692AF44338B8}" destId="{A784F30F-4462-4BA4-B0C3-D6E2B9DDE0B1}" srcOrd="0" destOrd="0" presId="urn:microsoft.com/office/officeart/2005/8/layout/vList2"/>
    <dgm:cxn modelId="{5FB01EC7-E633-4DE6-8329-61BD8F66F094}" srcId="{7344040A-8611-4C29-9D5F-A48648453C91}" destId="{8A091A91-4868-40F8-B6A1-BCEC5868F886}" srcOrd="0" destOrd="0" parTransId="{F303B2F2-A7DE-4A6F-A3AB-7591FE071D4E}" sibTransId="{8C3D7C96-D71A-4A4C-B2E8-24C6A7340E2D}"/>
    <dgm:cxn modelId="{830E5ACB-1980-422C-9ADE-538EF5C109F6}" srcId="{865641DB-2E80-4C18-A300-692AF44338B8}" destId="{54E6C00B-069B-4F45-B579-CD3F7858EEC7}" srcOrd="5" destOrd="0" parTransId="{0DDE788E-2D19-4B5E-9CC2-F381D3757483}" sibTransId="{5FAF926C-FBD3-4E29-BCDE-8DC898E56184}"/>
    <dgm:cxn modelId="{86DA36CE-1FE8-4C12-A7BF-3BE0DECE8AB7}" srcId="{865641DB-2E80-4C18-A300-692AF44338B8}" destId="{4889B405-5462-415F-A02D-A463E11C826C}" srcOrd="1" destOrd="0" parTransId="{CE76B0EF-9AAB-4DF5-8F95-F7BE5DFB9AD9}" sibTransId="{5FCA83A0-7A9E-4DA8-A744-4016202A6C50}"/>
    <dgm:cxn modelId="{B79B25DC-6073-40C3-9CA0-5C2BB1669C5C}" type="presOf" srcId="{E638EA34-C53E-45AE-9D0C-2C87A1F55B8E}" destId="{C2D1AE69-CE42-4933-AA26-5691D984D154}" srcOrd="0" destOrd="0" presId="urn:microsoft.com/office/officeart/2005/8/layout/vList2"/>
    <dgm:cxn modelId="{17D789E1-00DC-4F86-8365-56839FA25AB1}" type="presOf" srcId="{C2BD14A1-CCAD-4A53-8B49-E276386858D0}" destId="{4A51066B-3129-4B6A-A297-771ACE9FD05D}" srcOrd="0" destOrd="0" presId="urn:microsoft.com/office/officeart/2005/8/layout/vList2"/>
    <dgm:cxn modelId="{944396E3-A506-4752-80F3-0105ABB7B21A}" type="presOf" srcId="{4C473CEE-74ED-4664-ABBE-65A50A44581D}" destId="{C2D1AE69-CE42-4933-AA26-5691D984D154}" srcOrd="0" destOrd="1" presId="urn:microsoft.com/office/officeart/2005/8/layout/vList2"/>
    <dgm:cxn modelId="{CCCFFAE8-E989-4DA9-B428-66D72FC97BEF}" srcId="{865641DB-2E80-4C18-A300-692AF44338B8}" destId="{B13690C1-6BF3-4866-BBA4-B616CADD0D12}" srcOrd="2" destOrd="0" parTransId="{2F8EB178-CEBC-49A7-BFB9-49250E9762F1}" sibTransId="{38E3E6AD-BDF9-4C27-BD82-00574634CAC2}"/>
    <dgm:cxn modelId="{D2FB49F0-515F-4663-BF06-AD17124D1F09}" srcId="{865641DB-2E80-4C18-A300-692AF44338B8}" destId="{7344040A-8611-4C29-9D5F-A48648453C91}" srcOrd="3" destOrd="0" parTransId="{11325ED1-7CB8-4CD4-8C10-720976619CCD}" sibTransId="{05C68E92-EC61-48EB-82F0-4B455680770E}"/>
    <dgm:cxn modelId="{7EA592F1-00E2-4C22-97F6-059FD9163762}" type="presOf" srcId="{95E2127A-C385-4F7F-9A2D-61A9F57DCE09}" destId="{38B75F59-2B81-4E66-9858-F3834762B4D3}" srcOrd="0" destOrd="0" presId="urn:microsoft.com/office/officeart/2005/8/layout/vList2"/>
    <dgm:cxn modelId="{66791DF3-0BCF-4A51-824D-F582C4891E32}" srcId="{B13690C1-6BF3-4866-BBA4-B616CADD0D12}" destId="{4C473CEE-74ED-4664-ABBE-65A50A44581D}" srcOrd="1" destOrd="0" parTransId="{39F3B22B-CCD4-4870-AFAB-B9E7F6A6B9DE}" sibTransId="{C9E023DA-0EBF-4D3B-9631-3A5FD768AEEB}"/>
    <dgm:cxn modelId="{D174AAEE-6E7D-4697-B0CF-7CC7303C8395}" type="presParOf" srcId="{A784F30F-4462-4BA4-B0C3-D6E2B9DDE0B1}" destId="{38B75F59-2B81-4E66-9858-F3834762B4D3}" srcOrd="0" destOrd="0" presId="urn:microsoft.com/office/officeart/2005/8/layout/vList2"/>
    <dgm:cxn modelId="{FCBE3A85-16FF-479A-BEB3-ACBEDE513789}" type="presParOf" srcId="{A784F30F-4462-4BA4-B0C3-D6E2B9DDE0B1}" destId="{8512DFC0-FA46-49B1-ABFB-DEE15A971CFD}" srcOrd="1" destOrd="0" presId="urn:microsoft.com/office/officeart/2005/8/layout/vList2"/>
    <dgm:cxn modelId="{33BF08A8-490F-4437-B7C2-08CFE79F84FB}" type="presParOf" srcId="{A784F30F-4462-4BA4-B0C3-D6E2B9DDE0B1}" destId="{3CC7DF5F-D01F-4D8F-B71B-7C84102E22A7}" srcOrd="2" destOrd="0" presId="urn:microsoft.com/office/officeart/2005/8/layout/vList2"/>
    <dgm:cxn modelId="{BF2B0B5E-08EC-43FB-A4CB-43DAB477A58D}" type="presParOf" srcId="{A784F30F-4462-4BA4-B0C3-D6E2B9DDE0B1}" destId="{01309F41-8E55-401B-AFE0-953E8598C8CE}" srcOrd="3" destOrd="0" presId="urn:microsoft.com/office/officeart/2005/8/layout/vList2"/>
    <dgm:cxn modelId="{CADBABF3-BE2B-43FF-B6E9-8750498A6725}" type="presParOf" srcId="{A784F30F-4462-4BA4-B0C3-D6E2B9DDE0B1}" destId="{79CEE310-71A4-4468-8234-CBEC8769DEB0}" srcOrd="4" destOrd="0" presId="urn:microsoft.com/office/officeart/2005/8/layout/vList2"/>
    <dgm:cxn modelId="{2C88BE14-B416-4225-BE47-6AA696F340D1}" type="presParOf" srcId="{A784F30F-4462-4BA4-B0C3-D6E2B9DDE0B1}" destId="{C2D1AE69-CE42-4933-AA26-5691D984D154}" srcOrd="5" destOrd="0" presId="urn:microsoft.com/office/officeart/2005/8/layout/vList2"/>
    <dgm:cxn modelId="{D7C32701-9A90-4087-9E1B-83CA332AF5D3}" type="presParOf" srcId="{A784F30F-4462-4BA4-B0C3-D6E2B9DDE0B1}" destId="{C99ACAD4-4107-46F1-8484-8E83F10FF20D}" srcOrd="6" destOrd="0" presId="urn:microsoft.com/office/officeart/2005/8/layout/vList2"/>
    <dgm:cxn modelId="{1A1229A3-CC43-48AE-8867-D1CBE4CE9240}" type="presParOf" srcId="{A784F30F-4462-4BA4-B0C3-D6E2B9DDE0B1}" destId="{A2BD7B50-5F21-41C3-8476-6AAD8BC9D32D}" srcOrd="7" destOrd="0" presId="urn:microsoft.com/office/officeart/2005/8/layout/vList2"/>
    <dgm:cxn modelId="{B7FB211B-56B3-4139-89AF-B49BB9039083}" type="presParOf" srcId="{A784F30F-4462-4BA4-B0C3-D6E2B9DDE0B1}" destId="{D05D5B09-7E48-4D7B-8294-37C02CE2CC67}" srcOrd="8" destOrd="0" presId="urn:microsoft.com/office/officeart/2005/8/layout/vList2"/>
    <dgm:cxn modelId="{8F6E4076-5D3A-4BE5-9C8F-7D3416A128D4}" type="presParOf" srcId="{A784F30F-4462-4BA4-B0C3-D6E2B9DDE0B1}" destId="{4BB3A859-FEF0-4C8B-99F6-73A6CF0BD580}" srcOrd="9" destOrd="0" presId="urn:microsoft.com/office/officeart/2005/8/layout/vList2"/>
    <dgm:cxn modelId="{8994E3A1-247B-4875-850A-09C856B5EDFE}" type="presParOf" srcId="{A784F30F-4462-4BA4-B0C3-D6E2B9DDE0B1}" destId="{D00AEF41-E750-45C5-8522-505AAAFA652E}" srcOrd="10" destOrd="0" presId="urn:microsoft.com/office/officeart/2005/8/layout/vList2"/>
    <dgm:cxn modelId="{064AABF1-CF0D-4873-B301-DFBF2D86E465}" type="presParOf" srcId="{A784F30F-4462-4BA4-B0C3-D6E2B9DDE0B1}" destId="{4A51066B-3129-4B6A-A297-771ACE9FD05D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179573-9D99-4ED7-B6D1-BB2D90AD7076}">
      <dsp:nvSpPr>
        <dsp:cNvPr id="0" name=""/>
        <dsp:cNvSpPr/>
      </dsp:nvSpPr>
      <dsp:spPr>
        <a:xfrm>
          <a:off x="0" y="228712"/>
          <a:ext cx="8319135" cy="12314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 mutex is a mutual exclusion lock:</a:t>
          </a:r>
        </a:p>
      </dsp:txBody>
      <dsp:txXfrm>
        <a:off x="60116" y="288828"/>
        <a:ext cx="8198903" cy="1111247"/>
      </dsp:txXfrm>
    </dsp:sp>
    <dsp:sp modelId="{7D069A46-90F4-4091-A548-D7FCA58296FC}">
      <dsp:nvSpPr>
        <dsp:cNvPr id="0" name=""/>
        <dsp:cNvSpPr/>
      </dsp:nvSpPr>
      <dsp:spPr>
        <a:xfrm>
          <a:off x="0" y="1460191"/>
          <a:ext cx="8319135" cy="1251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133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To block the access of variables by other threads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Enforces exclusive access by a thread to a  shared resource.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Can protect a “critical” section of memory.</a:t>
          </a:r>
        </a:p>
      </dsp:txBody>
      <dsp:txXfrm>
        <a:off x="0" y="1460191"/>
        <a:ext cx="8319135" cy="1251315"/>
      </dsp:txXfrm>
    </dsp:sp>
    <dsp:sp modelId="{0910A556-7CAB-4D7C-AA6A-0A9E3AE4B5CA}">
      <dsp:nvSpPr>
        <dsp:cNvPr id="0" name=""/>
        <dsp:cNvSpPr/>
      </dsp:nvSpPr>
      <dsp:spPr>
        <a:xfrm>
          <a:off x="0" y="2711507"/>
          <a:ext cx="8319135" cy="12314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Mutexes can be applied to threads in a single  process and do not work between processes</a:t>
          </a:r>
        </a:p>
      </dsp:txBody>
      <dsp:txXfrm>
        <a:off x="60116" y="2771623"/>
        <a:ext cx="8198903" cy="11112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810BC8-E252-472A-82B4-24333A0E2723}">
      <dsp:nvSpPr>
        <dsp:cNvPr id="0" name=""/>
        <dsp:cNvSpPr/>
      </dsp:nvSpPr>
      <dsp:spPr>
        <a:xfrm>
          <a:off x="0" y="213901"/>
          <a:ext cx="5622244" cy="189028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condition variable mechanism allows threads to suspend  execution and relinquish the processor until some condition is true.</a:t>
          </a:r>
        </a:p>
      </dsp:txBody>
      <dsp:txXfrm>
        <a:off x="92276" y="306177"/>
        <a:ext cx="5437692" cy="1705729"/>
      </dsp:txXfrm>
    </dsp:sp>
    <dsp:sp modelId="{FE63195C-A7BD-4D43-9636-19625A85E04D}">
      <dsp:nvSpPr>
        <dsp:cNvPr id="0" name=""/>
        <dsp:cNvSpPr/>
      </dsp:nvSpPr>
      <dsp:spPr>
        <a:xfrm>
          <a:off x="0" y="2167542"/>
          <a:ext cx="5622244" cy="1890281"/>
        </a:xfrm>
        <a:prstGeom prst="roundRect">
          <a:avLst/>
        </a:prstGeom>
        <a:solidFill>
          <a:schemeClr val="accent5">
            <a:hueOff val="1063560"/>
            <a:satOff val="-11946"/>
            <a:lumOff val="-254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 condition variable must always be associated with a mutex to  avoid a race condition created by one thread preparing to wait and  another thread which is preparing to change the truth value of the  condition.</a:t>
          </a:r>
        </a:p>
      </dsp:txBody>
      <dsp:txXfrm>
        <a:off x="92276" y="2259818"/>
        <a:ext cx="5437692" cy="1705729"/>
      </dsp:txXfrm>
    </dsp:sp>
    <dsp:sp modelId="{E31A2829-C376-4D71-A3BC-61BF2D0C4B7F}">
      <dsp:nvSpPr>
        <dsp:cNvPr id="0" name=""/>
        <dsp:cNvSpPr/>
      </dsp:nvSpPr>
      <dsp:spPr>
        <a:xfrm>
          <a:off x="0" y="4121183"/>
          <a:ext cx="5622244" cy="1890281"/>
        </a:xfrm>
        <a:prstGeom prst="roundRect">
          <a:avLst/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There is no explicit link between the mutex and the condition  variable.</a:t>
          </a:r>
        </a:p>
      </dsp:txBody>
      <dsp:txXfrm>
        <a:off x="92276" y="4213459"/>
        <a:ext cx="5437692" cy="17057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1EF9CC-0540-4601-9E51-B6425876D65D}">
      <dsp:nvSpPr>
        <dsp:cNvPr id="0" name=""/>
        <dsp:cNvSpPr/>
      </dsp:nvSpPr>
      <dsp:spPr>
        <a:xfrm>
          <a:off x="0" y="4863"/>
          <a:ext cx="5622244" cy="10359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CFB71C-4802-4FEC-B2CF-666167C44749}">
      <dsp:nvSpPr>
        <dsp:cNvPr id="0" name=""/>
        <dsp:cNvSpPr/>
      </dsp:nvSpPr>
      <dsp:spPr>
        <a:xfrm>
          <a:off x="313371" y="237950"/>
          <a:ext cx="569766" cy="5697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3083E8-D618-4A7A-84A3-D07737A3ABF2}">
      <dsp:nvSpPr>
        <dsp:cNvPr id="0" name=""/>
        <dsp:cNvSpPr/>
      </dsp:nvSpPr>
      <dsp:spPr>
        <a:xfrm>
          <a:off x="1196510" y="4863"/>
          <a:ext cx="4425733" cy="1035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37" tIns="109637" rIns="109637" bIns="1096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Waiting on condition:</a:t>
          </a:r>
        </a:p>
      </dsp:txBody>
      <dsp:txXfrm>
        <a:off x="1196510" y="4863"/>
        <a:ext cx="4425733" cy="1035939"/>
      </dsp:txXfrm>
    </dsp:sp>
    <dsp:sp modelId="{DC8AB0CC-5B67-4C53-8824-D26070DE1D7F}">
      <dsp:nvSpPr>
        <dsp:cNvPr id="0" name=""/>
        <dsp:cNvSpPr/>
      </dsp:nvSpPr>
      <dsp:spPr>
        <a:xfrm>
          <a:off x="0" y="1299788"/>
          <a:ext cx="5622244" cy="10359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F095CA-03C8-417A-B71E-21292E203A64}">
      <dsp:nvSpPr>
        <dsp:cNvPr id="0" name=""/>
        <dsp:cNvSpPr/>
      </dsp:nvSpPr>
      <dsp:spPr>
        <a:xfrm>
          <a:off x="313371" y="1532874"/>
          <a:ext cx="569766" cy="5697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0D5E2B-C2AF-464D-B9D8-17714EA139C2}">
      <dsp:nvSpPr>
        <dsp:cNvPr id="0" name=""/>
        <dsp:cNvSpPr/>
      </dsp:nvSpPr>
      <dsp:spPr>
        <a:xfrm>
          <a:off x="1196510" y="1299788"/>
          <a:ext cx="4425733" cy="1035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37" tIns="109637" rIns="109637" bIns="1096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pthread_cond_wait(pthread_cond_t *cond,pthread_mutex_t *mutex); -  unlocks the mutex and waits for the condition variable cond to be  signaled.</a:t>
          </a:r>
        </a:p>
      </dsp:txBody>
      <dsp:txXfrm>
        <a:off x="1196510" y="1299788"/>
        <a:ext cx="4425733" cy="1035939"/>
      </dsp:txXfrm>
    </dsp:sp>
    <dsp:sp modelId="{91DF2990-1BC6-43D5-8CFA-B129498D562B}">
      <dsp:nvSpPr>
        <dsp:cNvPr id="0" name=""/>
        <dsp:cNvSpPr/>
      </dsp:nvSpPr>
      <dsp:spPr>
        <a:xfrm>
          <a:off x="0" y="2594713"/>
          <a:ext cx="5622244" cy="10359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7DE077-7A8B-4950-B2D8-7004A8EA2039}">
      <dsp:nvSpPr>
        <dsp:cNvPr id="0" name=""/>
        <dsp:cNvSpPr/>
      </dsp:nvSpPr>
      <dsp:spPr>
        <a:xfrm>
          <a:off x="313371" y="2827799"/>
          <a:ext cx="569766" cy="5697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D211E-6DC4-4C34-9A69-381ADC1FA695}">
      <dsp:nvSpPr>
        <dsp:cNvPr id="0" name=""/>
        <dsp:cNvSpPr/>
      </dsp:nvSpPr>
      <dsp:spPr>
        <a:xfrm>
          <a:off x="1196510" y="2594713"/>
          <a:ext cx="4425733" cy="1035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37" tIns="109637" rIns="109637" bIns="1096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Waking thread based on condition:</a:t>
          </a:r>
        </a:p>
      </dsp:txBody>
      <dsp:txXfrm>
        <a:off x="1196510" y="2594713"/>
        <a:ext cx="4425733" cy="1035939"/>
      </dsp:txXfrm>
    </dsp:sp>
    <dsp:sp modelId="{76993AAB-6282-4737-8866-2C859B7EDC3C}">
      <dsp:nvSpPr>
        <dsp:cNvPr id="0" name=""/>
        <dsp:cNvSpPr/>
      </dsp:nvSpPr>
      <dsp:spPr>
        <a:xfrm>
          <a:off x="0" y="3889637"/>
          <a:ext cx="5622244" cy="10359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CED4B7-90D7-4987-BC3C-6E3DBFD75AFA}">
      <dsp:nvSpPr>
        <dsp:cNvPr id="0" name=""/>
        <dsp:cNvSpPr/>
      </dsp:nvSpPr>
      <dsp:spPr>
        <a:xfrm>
          <a:off x="313371" y="4122724"/>
          <a:ext cx="569766" cy="5697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ADD7BF-ED0C-47B4-A257-3660E197327A}">
      <dsp:nvSpPr>
        <dsp:cNvPr id="0" name=""/>
        <dsp:cNvSpPr/>
      </dsp:nvSpPr>
      <dsp:spPr>
        <a:xfrm>
          <a:off x="1196510" y="3889637"/>
          <a:ext cx="4425733" cy="1035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37" tIns="109637" rIns="109637" bIns="1096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pthread_cond_signal</a:t>
          </a:r>
          <a:r>
            <a:rPr lang="en-US" sz="1400" kern="1200" dirty="0"/>
            <a:t>(</a:t>
          </a:r>
          <a:r>
            <a:rPr lang="en-US" sz="1400" kern="1200" dirty="0" err="1"/>
            <a:t>pthread_cond_t</a:t>
          </a:r>
          <a:r>
            <a:rPr lang="en-US" sz="1400" kern="1200" dirty="0"/>
            <a:t> *</a:t>
          </a:r>
          <a:r>
            <a:rPr lang="en-US" sz="1400" kern="1200" dirty="0" err="1"/>
            <a:t>cond</a:t>
          </a:r>
          <a:r>
            <a:rPr lang="en-US" sz="1400" kern="1200" dirty="0"/>
            <a:t>); -restarts one of the  threads that are waiting on the condition variable cond.</a:t>
          </a:r>
        </a:p>
      </dsp:txBody>
      <dsp:txXfrm>
        <a:off x="1196510" y="3889637"/>
        <a:ext cx="4425733" cy="1035939"/>
      </dsp:txXfrm>
    </dsp:sp>
    <dsp:sp modelId="{92C17646-A264-4995-9E0D-AB485F89396B}">
      <dsp:nvSpPr>
        <dsp:cNvPr id="0" name=""/>
        <dsp:cNvSpPr/>
      </dsp:nvSpPr>
      <dsp:spPr>
        <a:xfrm>
          <a:off x="0" y="5184562"/>
          <a:ext cx="5622244" cy="10359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6A50C8-DA7A-4598-A066-7AB997C8BB67}">
      <dsp:nvSpPr>
        <dsp:cNvPr id="0" name=""/>
        <dsp:cNvSpPr/>
      </dsp:nvSpPr>
      <dsp:spPr>
        <a:xfrm>
          <a:off x="313371" y="5417649"/>
          <a:ext cx="569766" cy="56976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C0DE9F-2882-43CE-873E-3950D0CEE3EC}">
      <dsp:nvSpPr>
        <dsp:cNvPr id="0" name=""/>
        <dsp:cNvSpPr/>
      </dsp:nvSpPr>
      <dsp:spPr>
        <a:xfrm>
          <a:off x="1196510" y="5184562"/>
          <a:ext cx="4425733" cy="1035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37" tIns="109637" rIns="109637" bIns="1096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pthread_cond_broadcast(pthread_cond_t *cond); - wake up all threads  blocked by the specified condition variable.</a:t>
          </a:r>
        </a:p>
      </dsp:txBody>
      <dsp:txXfrm>
        <a:off x="1196510" y="5184562"/>
        <a:ext cx="4425733" cy="10359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D492C3-0CE7-4637-8F04-7FAD8493F860}">
      <dsp:nvSpPr>
        <dsp:cNvPr id="0" name=""/>
        <dsp:cNvSpPr/>
      </dsp:nvSpPr>
      <dsp:spPr>
        <a:xfrm>
          <a:off x="0" y="0"/>
          <a:ext cx="6405733" cy="7509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Semaphore is a process synchronization tool. </a:t>
          </a:r>
        </a:p>
      </dsp:txBody>
      <dsp:txXfrm>
        <a:off x="21993" y="21993"/>
        <a:ext cx="5507592" cy="706919"/>
      </dsp:txXfrm>
    </dsp:sp>
    <dsp:sp modelId="{33203CC7-CBB7-4348-9D3E-96CC1E96A880}">
      <dsp:nvSpPr>
        <dsp:cNvPr id="0" name=""/>
        <dsp:cNvSpPr/>
      </dsp:nvSpPr>
      <dsp:spPr>
        <a:xfrm>
          <a:off x="478350" y="855198"/>
          <a:ext cx="6405733" cy="7509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Semaphore is typically an </a:t>
          </a:r>
          <a:r>
            <a:rPr lang="en-US" sz="1300" b="1" kern="1200"/>
            <a:t>integer variable</a:t>
          </a:r>
          <a:r>
            <a:rPr lang="en-US" sz="1300" kern="1200"/>
            <a:t> </a:t>
          </a:r>
          <a:r>
            <a:rPr lang="en-US" sz="1300" b="1" kern="1200"/>
            <a:t>S</a:t>
          </a:r>
          <a:r>
            <a:rPr lang="en-US" sz="1300" kern="1200"/>
            <a:t> that is initialized to the number of resources present in the system and the value of semaphore can be </a:t>
          </a:r>
          <a:r>
            <a:rPr lang="en-US" sz="1300" b="1" kern="1200"/>
            <a:t>modified</a:t>
          </a:r>
          <a:r>
            <a:rPr lang="en-US" sz="1300" kern="1200"/>
            <a:t> only by two functions </a:t>
          </a:r>
          <a:r>
            <a:rPr lang="en-US" sz="1300" b="1" kern="1200"/>
            <a:t>wait()</a:t>
          </a:r>
          <a:r>
            <a:rPr lang="en-US" sz="1300" kern="1200"/>
            <a:t> and </a:t>
          </a:r>
          <a:r>
            <a:rPr lang="en-US" sz="1300" b="1" kern="1200"/>
            <a:t>signal()</a:t>
          </a:r>
          <a:r>
            <a:rPr lang="en-US" sz="1300" kern="1200"/>
            <a:t> apart from initialization.</a:t>
          </a:r>
        </a:p>
      </dsp:txBody>
      <dsp:txXfrm>
        <a:off x="500343" y="877191"/>
        <a:ext cx="5395308" cy="706919"/>
      </dsp:txXfrm>
    </dsp:sp>
    <dsp:sp modelId="{FC878008-823F-4155-8171-6BD8A4C85223}">
      <dsp:nvSpPr>
        <dsp:cNvPr id="0" name=""/>
        <dsp:cNvSpPr/>
      </dsp:nvSpPr>
      <dsp:spPr>
        <a:xfrm>
          <a:off x="956700" y="1710396"/>
          <a:ext cx="6405733" cy="7509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Counting semaphores</a:t>
          </a:r>
          <a:r>
            <a:rPr lang="en-US" sz="1300" kern="1200" dirty="0"/>
            <a:t> and </a:t>
          </a:r>
          <a:r>
            <a:rPr lang="en-US" sz="1300" b="1" kern="1200" dirty="0"/>
            <a:t>Binary semaphore</a:t>
          </a:r>
          <a:r>
            <a:rPr lang="en-US" sz="1300" kern="1200" dirty="0"/>
            <a:t>.</a:t>
          </a:r>
        </a:p>
      </dsp:txBody>
      <dsp:txXfrm>
        <a:off x="978693" y="1732389"/>
        <a:ext cx="5395308" cy="706919"/>
      </dsp:txXfrm>
    </dsp:sp>
    <dsp:sp modelId="{A98D682B-F43E-4B46-A8DB-374FC24043AF}">
      <dsp:nvSpPr>
        <dsp:cNvPr id="0" name=""/>
        <dsp:cNvSpPr/>
      </dsp:nvSpPr>
      <dsp:spPr>
        <a:xfrm>
          <a:off x="1435050" y="2565594"/>
          <a:ext cx="6405733" cy="7509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 </a:t>
          </a:r>
          <a:r>
            <a:rPr lang="en-US" sz="1300" b="1" kern="1200"/>
            <a:t>Counting Semaphore</a:t>
          </a:r>
          <a:r>
            <a:rPr lang="en-US" sz="1300" kern="1200"/>
            <a:t>, the semaphore S value is initialized to the </a:t>
          </a:r>
          <a:r>
            <a:rPr lang="en-US" sz="1300" b="1" kern="1200"/>
            <a:t>number of resource</a:t>
          </a:r>
          <a:r>
            <a:rPr lang="en-US" sz="1300" kern="1200"/>
            <a:t>s present in the system.</a:t>
          </a:r>
        </a:p>
      </dsp:txBody>
      <dsp:txXfrm>
        <a:off x="1457043" y="2587587"/>
        <a:ext cx="5395308" cy="706919"/>
      </dsp:txXfrm>
    </dsp:sp>
    <dsp:sp modelId="{8BACAD2E-FA2C-40E5-A7BB-4C793D7B8868}">
      <dsp:nvSpPr>
        <dsp:cNvPr id="0" name=""/>
        <dsp:cNvSpPr/>
      </dsp:nvSpPr>
      <dsp:spPr>
        <a:xfrm>
          <a:off x="1913401" y="3420793"/>
          <a:ext cx="6405733" cy="7509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 </a:t>
          </a:r>
          <a:r>
            <a:rPr lang="en-US" sz="1300" b="1" kern="1200"/>
            <a:t>Binary semaphore</a:t>
          </a:r>
          <a:r>
            <a:rPr lang="en-US" sz="1300" kern="1200"/>
            <a:t>, the value of semaphore ranges between </a:t>
          </a:r>
          <a:r>
            <a:rPr lang="en-US" sz="1300" b="1" kern="1200"/>
            <a:t>0</a:t>
          </a:r>
          <a:r>
            <a:rPr lang="en-US" sz="1300" kern="1200"/>
            <a:t> and </a:t>
          </a:r>
          <a:r>
            <a:rPr lang="en-US" sz="1300" b="1" kern="1200"/>
            <a:t>1</a:t>
          </a:r>
          <a:r>
            <a:rPr lang="en-US" sz="1300" kern="1200"/>
            <a:t>.</a:t>
          </a:r>
        </a:p>
      </dsp:txBody>
      <dsp:txXfrm>
        <a:off x="1935394" y="3442786"/>
        <a:ext cx="5395308" cy="706919"/>
      </dsp:txXfrm>
    </dsp:sp>
    <dsp:sp modelId="{C073E31C-9E40-4311-9528-C9A5AF4BDE58}">
      <dsp:nvSpPr>
        <dsp:cNvPr id="0" name=""/>
        <dsp:cNvSpPr/>
      </dsp:nvSpPr>
      <dsp:spPr>
        <a:xfrm>
          <a:off x="5917645" y="548578"/>
          <a:ext cx="488088" cy="4880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027465" y="548578"/>
        <a:ext cx="268448" cy="367286"/>
      </dsp:txXfrm>
    </dsp:sp>
    <dsp:sp modelId="{31579A9A-05F4-457B-8548-5A3132B004BF}">
      <dsp:nvSpPr>
        <dsp:cNvPr id="0" name=""/>
        <dsp:cNvSpPr/>
      </dsp:nvSpPr>
      <dsp:spPr>
        <a:xfrm>
          <a:off x="6395995" y="1403776"/>
          <a:ext cx="488088" cy="4880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505815" y="1403776"/>
        <a:ext cx="268448" cy="367286"/>
      </dsp:txXfrm>
    </dsp:sp>
    <dsp:sp modelId="{D8C74A70-A6AF-4B03-A163-0D5993874B2B}">
      <dsp:nvSpPr>
        <dsp:cNvPr id="0" name=""/>
        <dsp:cNvSpPr/>
      </dsp:nvSpPr>
      <dsp:spPr>
        <a:xfrm>
          <a:off x="6874345" y="2246459"/>
          <a:ext cx="488088" cy="4880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984165" y="2246459"/>
        <a:ext cx="268448" cy="367286"/>
      </dsp:txXfrm>
    </dsp:sp>
    <dsp:sp modelId="{4719F44C-0A2A-4233-98BD-54ED5FB737F3}">
      <dsp:nvSpPr>
        <dsp:cNvPr id="0" name=""/>
        <dsp:cNvSpPr/>
      </dsp:nvSpPr>
      <dsp:spPr>
        <a:xfrm>
          <a:off x="7352695" y="3110001"/>
          <a:ext cx="488088" cy="4880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462515" y="3110001"/>
        <a:ext cx="268448" cy="3672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16699B-518E-47E4-AC7C-BEF1FA102CCB}">
      <dsp:nvSpPr>
        <dsp:cNvPr id="0" name=""/>
        <dsp:cNvSpPr/>
      </dsp:nvSpPr>
      <dsp:spPr>
        <a:xfrm>
          <a:off x="0" y="3421697"/>
          <a:ext cx="2079783" cy="74858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7914" tIns="92456" rIns="147914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Example of use:</a:t>
          </a:r>
        </a:p>
      </dsp:txBody>
      <dsp:txXfrm>
        <a:off x="0" y="3421697"/>
        <a:ext cx="2079783" cy="748583"/>
      </dsp:txXfrm>
    </dsp:sp>
    <dsp:sp modelId="{6A96EC17-A6AA-4A51-931F-CAE055538CC9}">
      <dsp:nvSpPr>
        <dsp:cNvPr id="0" name=""/>
        <dsp:cNvSpPr/>
      </dsp:nvSpPr>
      <dsp:spPr>
        <a:xfrm>
          <a:off x="2079783" y="3421697"/>
          <a:ext cx="6239351" cy="74858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564" tIns="152400" rIns="126564" bIns="1524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sem_init</a:t>
          </a:r>
          <a:r>
            <a:rPr lang="en-US" sz="1200" kern="1200" dirty="0"/>
            <a:t>(&amp;</a:t>
          </a:r>
          <a:r>
            <a:rPr lang="en-US" sz="1200" kern="1200" dirty="0" err="1"/>
            <a:t>sem_name</a:t>
          </a:r>
          <a:r>
            <a:rPr lang="en-US" sz="1200" kern="1200" dirty="0"/>
            <a:t>, 0, 10);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The value of </a:t>
          </a:r>
          <a:r>
            <a:rPr lang="en-US" sz="1050" kern="1200" dirty="0" err="1"/>
            <a:t>pshared</a:t>
          </a:r>
          <a:r>
            <a:rPr lang="en-US" sz="1050" kern="1200" dirty="0"/>
            <a:t> is 0, so the semaphore is known only in this process.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b="0" i="0" kern="1200" dirty="0" err="1"/>
            <a:t>LinuxThreads</a:t>
          </a:r>
          <a:r>
            <a:rPr lang="en-US" sz="1050" b="0" i="0" kern="1200" dirty="0"/>
            <a:t> does not currently support shared semaphores</a:t>
          </a:r>
          <a:endParaRPr lang="en-US" sz="1050" kern="1200" dirty="0"/>
        </a:p>
      </dsp:txBody>
      <dsp:txXfrm>
        <a:off x="2079783" y="3421697"/>
        <a:ext cx="6239351" cy="748583"/>
      </dsp:txXfrm>
    </dsp:sp>
    <dsp:sp modelId="{CBFEEA01-EDAC-452B-94E7-59F1409F421E}">
      <dsp:nvSpPr>
        <dsp:cNvPr id="0" name=""/>
        <dsp:cNvSpPr/>
      </dsp:nvSpPr>
      <dsp:spPr>
        <a:xfrm rot="10800000">
          <a:off x="0" y="2281604"/>
          <a:ext cx="2079783" cy="115132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709040"/>
            <a:satOff val="-7964"/>
            <a:lumOff val="-1699"/>
            <a:alphaOff val="0"/>
          </a:schemeClr>
        </a:solidFill>
        <a:ln w="15875" cap="flat" cmpd="sng" algn="ctr">
          <a:solidFill>
            <a:schemeClr val="accent5">
              <a:hueOff val="709040"/>
              <a:satOff val="-7964"/>
              <a:lumOff val="-169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7914" tIns="92456" rIns="147914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semaphore parameters</a:t>
          </a:r>
        </a:p>
      </dsp:txBody>
      <dsp:txXfrm rot="-10800000">
        <a:off x="0" y="2281604"/>
        <a:ext cx="2079783" cy="748359"/>
      </dsp:txXfrm>
    </dsp:sp>
    <dsp:sp modelId="{C369BD9B-5069-4BAB-9742-222778AE9479}">
      <dsp:nvSpPr>
        <dsp:cNvPr id="0" name=""/>
        <dsp:cNvSpPr/>
      </dsp:nvSpPr>
      <dsp:spPr>
        <a:xfrm>
          <a:off x="2079783" y="2281604"/>
          <a:ext cx="6239351" cy="748359"/>
        </a:xfrm>
        <a:prstGeom prst="rect">
          <a:avLst/>
        </a:prstGeom>
        <a:solidFill>
          <a:schemeClr val="accent5">
            <a:tint val="40000"/>
            <a:alpha val="90000"/>
            <a:hueOff val="755555"/>
            <a:satOff val="-6627"/>
            <a:lumOff val="-528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755555"/>
              <a:satOff val="-6627"/>
              <a:lumOff val="-5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564" tIns="139700" rIns="12656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 err="1"/>
            <a:t>sem</a:t>
          </a:r>
          <a:r>
            <a:rPr lang="en-US" sz="1100" kern="1200" dirty="0"/>
            <a:t> points to a semaphore </a:t>
          </a:r>
          <a:r>
            <a:rPr lang="en-US" sz="1100" b="1" u="sng" kern="1200" dirty="0"/>
            <a:t>object</a:t>
          </a:r>
          <a:r>
            <a:rPr lang="en-US" sz="1100" kern="1200" dirty="0"/>
            <a:t> to initialize, </a:t>
          </a:r>
          <a:r>
            <a:rPr lang="en-US" sz="1100" b="1" kern="1200" dirty="0" err="1"/>
            <a:t>pshared</a:t>
          </a:r>
          <a:r>
            <a:rPr lang="en-US" sz="1100" kern="1200" dirty="0"/>
            <a:t> is a </a:t>
          </a:r>
          <a:r>
            <a:rPr lang="en-US" sz="1100" b="1" u="sng" kern="1200" dirty="0"/>
            <a:t>flag</a:t>
          </a:r>
          <a:r>
            <a:rPr lang="en-US" sz="1100" kern="1200" dirty="0"/>
            <a:t> indicating whether the semaphore should be shared  with a process related by a common ancestor and using shared memory and </a:t>
          </a:r>
          <a:r>
            <a:rPr lang="en-US" sz="1100" b="1" kern="1200" dirty="0"/>
            <a:t>value</a:t>
          </a:r>
          <a:r>
            <a:rPr lang="en-US" sz="1100" kern="1200" dirty="0"/>
            <a:t> is the initial value assigned to the semaphore.</a:t>
          </a:r>
          <a:endParaRPr lang="en-PK" sz="1100" kern="1200" dirty="0"/>
        </a:p>
      </dsp:txBody>
      <dsp:txXfrm>
        <a:off x="2079783" y="2281604"/>
        <a:ext cx="6239351" cy="748359"/>
      </dsp:txXfrm>
    </dsp:sp>
    <dsp:sp modelId="{01533167-03E8-4E2D-B350-2387F9A669F1}">
      <dsp:nvSpPr>
        <dsp:cNvPr id="0" name=""/>
        <dsp:cNvSpPr/>
      </dsp:nvSpPr>
      <dsp:spPr>
        <a:xfrm rot="10800000">
          <a:off x="0" y="1141511"/>
          <a:ext cx="2079783" cy="115132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1418080"/>
            <a:satOff val="-15927"/>
            <a:lumOff val="-3399"/>
            <a:alphaOff val="0"/>
          </a:schemeClr>
        </a:solidFill>
        <a:ln w="15875" cap="flat" cmpd="sng" algn="ctr">
          <a:solidFill>
            <a:schemeClr val="accent5">
              <a:hueOff val="1418080"/>
              <a:satOff val="-15927"/>
              <a:lumOff val="-339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7914" tIns="92456" rIns="147914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To initialize a semaphore, use sem_init():</a:t>
          </a:r>
        </a:p>
      </dsp:txBody>
      <dsp:txXfrm rot="-10800000">
        <a:off x="0" y="1141511"/>
        <a:ext cx="2079783" cy="748359"/>
      </dsp:txXfrm>
    </dsp:sp>
    <dsp:sp modelId="{4A496B74-9487-42D7-AAEE-078F9CA77E81}">
      <dsp:nvSpPr>
        <dsp:cNvPr id="0" name=""/>
        <dsp:cNvSpPr/>
      </dsp:nvSpPr>
      <dsp:spPr>
        <a:xfrm>
          <a:off x="2079783" y="1141511"/>
          <a:ext cx="6239351" cy="748359"/>
        </a:xfrm>
        <a:prstGeom prst="rect">
          <a:avLst/>
        </a:prstGeom>
        <a:solidFill>
          <a:schemeClr val="accent5">
            <a:tint val="40000"/>
            <a:alpha val="90000"/>
            <a:hueOff val="1511109"/>
            <a:satOff val="-13255"/>
            <a:lumOff val="-1055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1511109"/>
              <a:satOff val="-13255"/>
              <a:lumOff val="-10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564" tIns="139700" rIns="12656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 sem_init(sem_t *sem, int pshared, unsigned int value);</a:t>
          </a:r>
        </a:p>
      </dsp:txBody>
      <dsp:txXfrm>
        <a:off x="2079783" y="1141511"/>
        <a:ext cx="6239351" cy="748359"/>
      </dsp:txXfrm>
    </dsp:sp>
    <dsp:sp modelId="{AA507432-BC80-460B-A5A1-1E314CABB070}">
      <dsp:nvSpPr>
        <dsp:cNvPr id="0" name=""/>
        <dsp:cNvSpPr/>
      </dsp:nvSpPr>
      <dsp:spPr>
        <a:xfrm rot="10800000">
          <a:off x="0" y="1418"/>
          <a:ext cx="2079783" cy="115132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accent5">
              <a:hueOff val="2127120"/>
              <a:satOff val="-23891"/>
              <a:lumOff val="-5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7914" tIns="92456" rIns="147914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POXIS Semaphores required library</a:t>
          </a:r>
        </a:p>
      </dsp:txBody>
      <dsp:txXfrm rot="-10800000">
        <a:off x="0" y="1418"/>
        <a:ext cx="2079783" cy="748359"/>
      </dsp:txXfrm>
    </dsp:sp>
    <dsp:sp modelId="{41BE6659-E28F-4F84-AFAA-8BD4C70E9817}">
      <dsp:nvSpPr>
        <dsp:cNvPr id="0" name=""/>
        <dsp:cNvSpPr/>
      </dsp:nvSpPr>
      <dsp:spPr>
        <a:xfrm>
          <a:off x="2079783" y="1418"/>
          <a:ext cx="6239351" cy="748359"/>
        </a:xfrm>
        <a:prstGeom prst="rect">
          <a:avLst/>
        </a:prstGeom>
        <a:solidFill>
          <a:schemeClr val="accent5">
            <a:tint val="40000"/>
            <a:alpha val="90000"/>
            <a:hueOff val="2266664"/>
            <a:satOff val="-19882"/>
            <a:lumOff val="-1583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2266664"/>
              <a:satOff val="-19882"/>
              <a:lumOff val="-15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564" tIns="139700" rIns="12656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All POSIX semaphore functions and types are defined in </a:t>
          </a:r>
          <a:r>
            <a:rPr lang="en-US" sz="1100" b="1" u="sng" kern="1200"/>
            <a:t>semaphore.h</a:t>
          </a:r>
          <a:r>
            <a:rPr lang="en-US" sz="1100" kern="1200"/>
            <a:t>. To  define a semaphore object, use: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#include &lt;semaphore.h&gt;  sem_t sem_name;</a:t>
          </a:r>
        </a:p>
      </dsp:txBody>
      <dsp:txXfrm>
        <a:off x="2079783" y="1418"/>
        <a:ext cx="6239351" cy="7483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75F59-2B81-4E66-9858-F3834762B4D3}">
      <dsp:nvSpPr>
        <dsp:cNvPr id="0" name=""/>
        <dsp:cNvSpPr/>
      </dsp:nvSpPr>
      <dsp:spPr>
        <a:xfrm>
          <a:off x="0" y="85598"/>
          <a:ext cx="8319135" cy="4797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 sem_getvalue(sem_t *sem, int *valp);</a:t>
          </a:r>
        </a:p>
      </dsp:txBody>
      <dsp:txXfrm>
        <a:off x="23417" y="109015"/>
        <a:ext cx="8272301" cy="432866"/>
      </dsp:txXfrm>
    </dsp:sp>
    <dsp:sp modelId="{3CC7DF5F-D01F-4D8F-B71B-7C84102E22A7}">
      <dsp:nvSpPr>
        <dsp:cNvPr id="0" name=""/>
        <dsp:cNvSpPr/>
      </dsp:nvSpPr>
      <dsp:spPr>
        <a:xfrm>
          <a:off x="0" y="622898"/>
          <a:ext cx="8319135" cy="479700"/>
        </a:xfrm>
        <a:prstGeom prst="roundRect">
          <a:avLst/>
        </a:prstGeom>
        <a:solidFill>
          <a:schemeClr val="accent5">
            <a:hueOff val="425424"/>
            <a:satOff val="-4778"/>
            <a:lumOff val="-102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current value of </a:t>
          </a:r>
          <a:r>
            <a:rPr lang="en-US" sz="2000" kern="1200" dirty="0" err="1"/>
            <a:t>sem</a:t>
          </a:r>
          <a:r>
            <a:rPr lang="en-US" sz="2000" kern="1200" dirty="0"/>
            <a:t> is placed in the location pointed to by </a:t>
          </a:r>
          <a:r>
            <a:rPr lang="en-US" sz="2000" kern="1200" dirty="0" err="1"/>
            <a:t>valp</a:t>
          </a:r>
          <a:r>
            <a:rPr lang="en-US" sz="2000" kern="1200" dirty="0"/>
            <a:t>.</a:t>
          </a:r>
        </a:p>
      </dsp:txBody>
      <dsp:txXfrm>
        <a:off x="23417" y="646315"/>
        <a:ext cx="8272301" cy="432866"/>
      </dsp:txXfrm>
    </dsp:sp>
    <dsp:sp modelId="{79CEE310-71A4-4468-8234-CBEC8769DEB0}">
      <dsp:nvSpPr>
        <dsp:cNvPr id="0" name=""/>
        <dsp:cNvSpPr/>
      </dsp:nvSpPr>
      <dsp:spPr>
        <a:xfrm>
          <a:off x="0" y="1160198"/>
          <a:ext cx="8319135" cy="479700"/>
        </a:xfrm>
        <a:prstGeom prst="roundRect">
          <a:avLst/>
        </a:prstGeom>
        <a:solidFill>
          <a:schemeClr val="accent5">
            <a:hueOff val="850848"/>
            <a:satOff val="-9556"/>
            <a:lumOff val="-203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Example </a:t>
          </a:r>
          <a:r>
            <a:rPr lang="en-US" sz="2000" kern="1200" dirty="0"/>
            <a:t>of use:</a:t>
          </a:r>
        </a:p>
      </dsp:txBody>
      <dsp:txXfrm>
        <a:off x="23417" y="1183615"/>
        <a:ext cx="8272301" cy="432866"/>
      </dsp:txXfrm>
    </dsp:sp>
    <dsp:sp modelId="{C2D1AE69-CE42-4933-AA26-5691D984D154}">
      <dsp:nvSpPr>
        <dsp:cNvPr id="0" name=""/>
        <dsp:cNvSpPr/>
      </dsp:nvSpPr>
      <dsp:spPr>
        <a:xfrm>
          <a:off x="0" y="1639898"/>
          <a:ext cx="8319135" cy="548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133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int value;  sem_getvalue(&amp;sem_name, &amp;value);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printf("The value of the semaphore is %d\n", value);</a:t>
          </a:r>
        </a:p>
      </dsp:txBody>
      <dsp:txXfrm>
        <a:off x="0" y="1639898"/>
        <a:ext cx="8319135" cy="548550"/>
      </dsp:txXfrm>
    </dsp:sp>
    <dsp:sp modelId="{C99ACAD4-4107-46F1-8484-8E83F10FF20D}">
      <dsp:nvSpPr>
        <dsp:cNvPr id="0" name=""/>
        <dsp:cNvSpPr/>
      </dsp:nvSpPr>
      <dsp:spPr>
        <a:xfrm>
          <a:off x="0" y="2188448"/>
          <a:ext cx="8319135" cy="479700"/>
        </a:xfrm>
        <a:prstGeom prst="roundRect">
          <a:avLst/>
        </a:prstGeom>
        <a:solidFill>
          <a:schemeClr val="accent5">
            <a:hueOff val="1276272"/>
            <a:satOff val="-14335"/>
            <a:lumOff val="-305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 destroy a semaphore, use</a:t>
          </a:r>
        </a:p>
      </dsp:txBody>
      <dsp:txXfrm>
        <a:off x="23417" y="2211865"/>
        <a:ext cx="8272301" cy="432866"/>
      </dsp:txXfrm>
    </dsp:sp>
    <dsp:sp modelId="{A2BD7B50-5F21-41C3-8476-6AAD8BC9D32D}">
      <dsp:nvSpPr>
        <dsp:cNvPr id="0" name=""/>
        <dsp:cNvSpPr/>
      </dsp:nvSpPr>
      <dsp:spPr>
        <a:xfrm>
          <a:off x="0" y="2668148"/>
          <a:ext cx="8319135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133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int sem_destroy(sem_t *sem);</a:t>
          </a:r>
        </a:p>
      </dsp:txBody>
      <dsp:txXfrm>
        <a:off x="0" y="2668148"/>
        <a:ext cx="8319135" cy="331200"/>
      </dsp:txXfrm>
    </dsp:sp>
    <dsp:sp modelId="{D05D5B09-7E48-4D7B-8294-37C02CE2CC67}">
      <dsp:nvSpPr>
        <dsp:cNvPr id="0" name=""/>
        <dsp:cNvSpPr/>
      </dsp:nvSpPr>
      <dsp:spPr>
        <a:xfrm>
          <a:off x="0" y="2999348"/>
          <a:ext cx="8319135" cy="479700"/>
        </a:xfrm>
        <a:prstGeom prst="roundRect">
          <a:avLst/>
        </a:prstGeom>
        <a:solidFill>
          <a:schemeClr val="accent5">
            <a:hueOff val="1701696"/>
            <a:satOff val="-19113"/>
            <a:lumOff val="-407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 threads should be waiting on the semaphore, or it will not be destroyed.</a:t>
          </a:r>
        </a:p>
      </dsp:txBody>
      <dsp:txXfrm>
        <a:off x="23417" y="3022765"/>
        <a:ext cx="8272301" cy="432866"/>
      </dsp:txXfrm>
    </dsp:sp>
    <dsp:sp modelId="{D00AEF41-E750-45C5-8522-505AAAFA652E}">
      <dsp:nvSpPr>
        <dsp:cNvPr id="0" name=""/>
        <dsp:cNvSpPr/>
      </dsp:nvSpPr>
      <dsp:spPr>
        <a:xfrm>
          <a:off x="0" y="3536648"/>
          <a:ext cx="8319135" cy="479700"/>
        </a:xfrm>
        <a:prstGeom prst="roundRect">
          <a:avLst/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Example </a:t>
          </a:r>
          <a:r>
            <a:rPr lang="en-US" sz="2000" kern="1200" dirty="0"/>
            <a:t>of use:</a:t>
          </a:r>
        </a:p>
      </dsp:txBody>
      <dsp:txXfrm>
        <a:off x="23417" y="3560065"/>
        <a:ext cx="8272301" cy="432866"/>
      </dsp:txXfrm>
    </dsp:sp>
    <dsp:sp modelId="{4A51066B-3129-4B6A-A297-771ACE9FD05D}">
      <dsp:nvSpPr>
        <dsp:cNvPr id="0" name=""/>
        <dsp:cNvSpPr/>
      </dsp:nvSpPr>
      <dsp:spPr>
        <a:xfrm>
          <a:off x="0" y="4016348"/>
          <a:ext cx="8319135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133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sem_destroy(&amp;sem_name);</a:t>
          </a:r>
        </a:p>
      </dsp:txBody>
      <dsp:txXfrm>
        <a:off x="0" y="4016348"/>
        <a:ext cx="8319135" cy="331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28" y="7052733"/>
            <a:ext cx="10081174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79478"/>
            <a:ext cx="10081174" cy="70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7542" y="836253"/>
            <a:ext cx="8319135" cy="392938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815" spc="-5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9834" y="4909434"/>
            <a:ext cx="8319135" cy="1259417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645" cap="all" spc="220" baseline="0">
                <a:solidFill>
                  <a:schemeClr val="tx2"/>
                </a:solidFill>
                <a:latin typeface="+mj-lt"/>
              </a:defRPr>
            </a:lvl1pPr>
            <a:lvl2pPr marL="503789" indent="0" algn="ctr">
              <a:buNone/>
              <a:defRPr sz="2645"/>
            </a:lvl2pPr>
            <a:lvl3pPr marL="1007577" indent="0" algn="ctr">
              <a:buNone/>
              <a:defRPr sz="2645"/>
            </a:lvl3pPr>
            <a:lvl4pPr marL="1511366" indent="0" algn="ctr">
              <a:buNone/>
              <a:defRPr sz="2204"/>
            </a:lvl4pPr>
            <a:lvl5pPr marL="2015155" indent="0" algn="ctr">
              <a:buNone/>
              <a:defRPr sz="2204"/>
            </a:lvl5pPr>
            <a:lvl6pPr marL="2518943" indent="0" algn="ctr">
              <a:buNone/>
              <a:defRPr sz="2204"/>
            </a:lvl6pPr>
            <a:lvl7pPr marL="3022732" indent="0" algn="ctr">
              <a:buNone/>
              <a:defRPr sz="2204"/>
            </a:lvl7pPr>
            <a:lvl8pPr marL="3526521" indent="0" algn="ctr">
              <a:buNone/>
              <a:defRPr sz="2204"/>
            </a:lvl8pPr>
            <a:lvl9pPr marL="4030309" indent="0" algn="ctr">
              <a:buNone/>
              <a:defRPr sz="220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  <p:cxnSp>
        <p:nvCxnSpPr>
          <p:cNvPr id="9" name="Straight Connector 8"/>
          <p:cNvCxnSpPr/>
          <p:nvPr/>
        </p:nvCxnSpPr>
        <p:spPr>
          <a:xfrm>
            <a:off x="998834" y="4785783"/>
            <a:ext cx="816787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747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42134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28" y="7052733"/>
            <a:ext cx="10081174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79478"/>
            <a:ext cx="10081174" cy="70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542" y="836253"/>
            <a:ext cx="8319135" cy="392938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815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7542" y="4906687"/>
            <a:ext cx="8319135" cy="1259417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645" cap="all" spc="220" baseline="0">
                <a:solidFill>
                  <a:schemeClr val="tx2"/>
                </a:solidFill>
                <a:latin typeface="+mj-lt"/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  <p:cxnSp>
        <p:nvCxnSpPr>
          <p:cNvPr id="9" name="Straight Connector 8"/>
          <p:cNvCxnSpPr/>
          <p:nvPr/>
        </p:nvCxnSpPr>
        <p:spPr>
          <a:xfrm>
            <a:off x="998834" y="4785783"/>
            <a:ext cx="816787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75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07542" y="315796"/>
            <a:ext cx="8319135" cy="1598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7542" y="2033725"/>
            <a:ext cx="4083939" cy="4433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738" y="2033728"/>
            <a:ext cx="4083939" cy="44331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98938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07542" y="315796"/>
            <a:ext cx="8319135" cy="1598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7542" y="2034076"/>
            <a:ext cx="4083939" cy="811274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204" b="0" cap="all" baseline="0">
                <a:solidFill>
                  <a:schemeClr val="tx2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7542" y="2845349"/>
            <a:ext cx="4083939" cy="36215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42738" y="2034076"/>
            <a:ext cx="4083939" cy="811274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204" b="0" cap="all" baseline="0">
                <a:solidFill>
                  <a:schemeClr val="tx2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42738" y="2845349"/>
            <a:ext cx="4083939" cy="36215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06949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3960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28" y="7052733"/>
            <a:ext cx="10081174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4" y="6979478"/>
            <a:ext cx="10081174" cy="70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8683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350341" cy="755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341475" y="0"/>
            <a:ext cx="52940" cy="755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2" y="654896"/>
            <a:ext cx="2646998" cy="2518833"/>
          </a:xfrm>
        </p:spPr>
        <p:txBody>
          <a:bodyPr anchor="b">
            <a:normAutofit/>
          </a:bodyPr>
          <a:lstStyle>
            <a:lvl1pPr>
              <a:defRPr sz="3967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5873" y="806027"/>
            <a:ext cx="5524247" cy="57933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2" y="3224107"/>
            <a:ext cx="2646998" cy="372329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653">
                <a:solidFill>
                  <a:srgbClr val="FFFFFF"/>
                </a:solidFill>
              </a:defRPr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5018" y="7117728"/>
            <a:ext cx="2165727" cy="40231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70496" y="7117728"/>
            <a:ext cx="3844449" cy="40231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92223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5457472"/>
            <a:ext cx="10081174" cy="20990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" y="5415686"/>
            <a:ext cx="10081174" cy="70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542" y="5591810"/>
            <a:ext cx="8369554" cy="906780"/>
          </a:xfrm>
        </p:spPr>
        <p:txBody>
          <a:bodyPr tIns="0" bIns="0" anchor="b">
            <a:noAutofit/>
          </a:bodyPr>
          <a:lstStyle>
            <a:lvl1pPr>
              <a:defRPr sz="3967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10083788" cy="541568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526">
                <a:solidFill>
                  <a:schemeClr val="bg1"/>
                </a:solidFill>
              </a:defRPr>
            </a:lvl1pPr>
            <a:lvl2pPr marL="503789" indent="0">
              <a:buNone/>
              <a:defRPr sz="3085"/>
            </a:lvl2pPr>
            <a:lvl3pPr marL="1007577" indent="0">
              <a:buNone/>
              <a:defRPr sz="2645"/>
            </a:lvl3pPr>
            <a:lvl4pPr marL="1511366" indent="0">
              <a:buNone/>
              <a:defRPr sz="2204"/>
            </a:lvl4pPr>
            <a:lvl5pPr marL="2015155" indent="0">
              <a:buNone/>
              <a:defRPr sz="2204"/>
            </a:lvl5pPr>
            <a:lvl6pPr marL="2518943" indent="0">
              <a:buNone/>
              <a:defRPr sz="2204"/>
            </a:lvl6pPr>
            <a:lvl7pPr marL="3022732" indent="0">
              <a:buNone/>
              <a:defRPr sz="2204"/>
            </a:lvl7pPr>
            <a:lvl8pPr marL="3526521" indent="0">
              <a:buNone/>
              <a:defRPr sz="2204"/>
            </a:lvl8pPr>
            <a:lvl9pPr marL="4030309" indent="0">
              <a:buNone/>
              <a:defRPr sz="220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7541" y="6508665"/>
            <a:ext cx="8369554" cy="65489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61"/>
              </a:spcAft>
              <a:buNone/>
              <a:defRPr sz="1653">
                <a:solidFill>
                  <a:srgbClr val="FFFFFF"/>
                </a:solidFill>
              </a:defRPr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75902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76439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28" y="7052733"/>
            <a:ext cx="10081174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79478"/>
            <a:ext cx="10081174" cy="70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6220" y="457026"/>
            <a:ext cx="2174319" cy="6343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262" y="457025"/>
            <a:ext cx="6396911" cy="634382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83360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Liberation Sans"/>
                <a:cs typeface="Liberation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5129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052733"/>
            <a:ext cx="10083801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979477"/>
            <a:ext cx="10083801" cy="727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7542" y="315796"/>
            <a:ext cx="8319135" cy="15985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7541" y="2033725"/>
            <a:ext cx="8319136" cy="443314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7544" y="7117728"/>
            <a:ext cx="2044774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783" y="7117728"/>
            <a:ext cx="3988861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 cap="all" baseline="0">
                <a:solidFill>
                  <a:srgbClr val="FFFFFF"/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88505" y="7117728"/>
            <a:ext cx="1085154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7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PK" smtClean="0"/>
              <a:t>‹#›</a:t>
            </a:fld>
            <a:endParaRPr lang="en-PK"/>
          </a:p>
        </p:txBody>
      </p:sp>
      <p:cxnSp>
        <p:nvCxnSpPr>
          <p:cNvPr id="10" name="Straight Connector 9"/>
          <p:cNvCxnSpPr/>
          <p:nvPr/>
        </p:nvCxnSpPr>
        <p:spPr>
          <a:xfrm>
            <a:off x="987150" y="1914848"/>
            <a:ext cx="824350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236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1007577" rtl="0" eaLnBrk="1" latinLnBrk="0" hangingPunct="1">
        <a:lnSpc>
          <a:spcPct val="85000"/>
        </a:lnSpc>
        <a:spcBef>
          <a:spcPct val="0"/>
        </a:spcBef>
        <a:buNone/>
        <a:defRPr sz="5289" kern="1200" spc="-5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00758" indent="-100758" algn="l" defTabSz="1007577" rtl="0" eaLnBrk="1" latinLnBrk="0" hangingPunct="1">
        <a:lnSpc>
          <a:spcPct val="90000"/>
        </a:lnSpc>
        <a:spcBef>
          <a:spcPts val="1322"/>
        </a:spcBef>
        <a:spcAft>
          <a:spcPts val="22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20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3182" indent="-201515" algn="l" defTabSz="1007577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9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4698" indent="-201515" algn="l" defTabSz="1007577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26213" indent="-201515" algn="l" defTabSz="1007577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27729" indent="-201515" algn="l" defTabSz="1007577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12090" indent="-251894" algn="l" defTabSz="1007577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32470" indent="-251894" algn="l" defTabSz="1007577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52850" indent="-251894" algn="l" defTabSz="1007577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873230" indent="-251894" algn="l" defTabSz="1007577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-157942" y="882650"/>
            <a:ext cx="10058400" cy="11899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OS Lab 12 </a:t>
            </a:r>
          </a:p>
        </p:txBody>
      </p:sp>
      <p:sp>
        <p:nvSpPr>
          <p:cNvPr id="3" name="Date Placeholder 6"/>
          <p:cNvSpPr>
            <a:spLocks noGrp="1"/>
          </p:cNvSpPr>
          <p:nvPr>
            <p:ph type="dt" sz="half" idx="10"/>
          </p:nvPr>
        </p:nvSpPr>
        <p:spPr>
          <a:xfrm>
            <a:off x="165100" y="7020097"/>
            <a:ext cx="2472271" cy="365125"/>
          </a:xfrm>
          <a:prstGeom prst="rect">
            <a:avLst/>
          </a:prstGeom>
        </p:spPr>
        <p:txBody>
          <a:bodyPr/>
          <a:lstStyle/>
          <a:p>
            <a:pPr algn="ctr"/>
            <a:fld id="{0A6B2BDE-7B5C-4B0F-AD64-FD2ADA6666F6}" type="datetime1">
              <a:rPr lang="en-US" smtClean="0"/>
              <a:pPr algn="ctr"/>
              <a:t>4/17/2024</a:t>
            </a:fld>
            <a:endParaRPr lang="en-US" dirty="0"/>
          </a:p>
        </p:txBody>
      </p:sp>
      <p:sp>
        <p:nvSpPr>
          <p:cNvPr id="4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470900" y="7012936"/>
            <a:ext cx="1312025" cy="365125"/>
          </a:xfrm>
          <a:prstGeom prst="rect">
            <a:avLst/>
          </a:prstGeom>
        </p:spPr>
        <p:txBody>
          <a:bodyPr/>
          <a:lstStyle/>
          <a:p>
            <a:pPr algn="ctr"/>
            <a:fld id="{09C0EFF0-E5AC-4D4D-8249-F470C04F0EE9}" type="slidenum">
              <a:rPr lang="en-US" smtClean="0"/>
              <a:pPr algn="ctr"/>
              <a:t>1</a:t>
            </a:fld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60900" y="5223057"/>
            <a:ext cx="1065459" cy="89722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2242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7542" y="315794"/>
            <a:ext cx="8319135" cy="1598519"/>
          </a:xfrm>
          <a:prstGeom prst="rect">
            <a:avLst/>
          </a:prstGeom>
        </p:spPr>
        <p:txBody>
          <a:bodyPr vert="horz" lIns="0" tIns="12700" rIns="0" bIns="0" rtlCol="0">
            <a:normAutofit/>
          </a:bodyPr>
          <a:lstStyle/>
          <a:p>
            <a:pPr marL="12700">
              <a:spcBef>
                <a:spcPts val="100"/>
              </a:spcBef>
            </a:pPr>
            <a:r>
              <a:rPr lang="en-US"/>
              <a:t>Mutexes</a:t>
            </a:r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5784E4DC-B9F8-4C8B-A999-5B8788AED6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7612887"/>
              </p:ext>
            </p:extLst>
          </p:nvPr>
        </p:nvGraphicFramePr>
        <p:xfrm>
          <a:off x="907279" y="2312252"/>
          <a:ext cx="8319135" cy="41716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25" y="7052733"/>
            <a:ext cx="10081175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6979477"/>
            <a:ext cx="10081174" cy="7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3800" cy="755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402" y="503766"/>
            <a:ext cx="9324995" cy="65489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342" y="574294"/>
            <a:ext cx="9219115" cy="6407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234" y="1316652"/>
            <a:ext cx="8549801" cy="491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703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25" y="7052733"/>
            <a:ext cx="10081175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6979477"/>
            <a:ext cx="10081174" cy="7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3800" cy="755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402" y="503766"/>
            <a:ext cx="9324995" cy="65489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342" y="574294"/>
            <a:ext cx="9219115" cy="6407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34" y="2032698"/>
            <a:ext cx="8549801" cy="348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706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E14809C-AB06-455C-9E09-733EC00DD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25" y="7052733"/>
            <a:ext cx="10081175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612D73-1056-4289-A977-92C9190C7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6979477"/>
            <a:ext cx="10081174" cy="7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BA5665-9598-4383-8F19-52182CBB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3800" cy="755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C777A6-9696-47DF-BA90-40895EFCE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402" y="503766"/>
            <a:ext cx="9324995" cy="65489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05B094-D180-41FA-B209-8388E9F7D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342" y="574294"/>
            <a:ext cx="9219115" cy="6407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1720375"/>
            <a:ext cx="6553200" cy="17693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900" y="3397250"/>
            <a:ext cx="7226489" cy="173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5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25" y="7052733"/>
            <a:ext cx="10081175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6979477"/>
            <a:ext cx="10081174" cy="7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3800" cy="755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402" y="503766"/>
            <a:ext cx="9324995" cy="65489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342" y="574294"/>
            <a:ext cx="9219115" cy="6407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34" y="2214382"/>
            <a:ext cx="8549801" cy="312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0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25" y="7052733"/>
            <a:ext cx="10081175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6979477"/>
            <a:ext cx="10081174" cy="7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3800" cy="755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402" y="503766"/>
            <a:ext cx="9324995" cy="65489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342" y="574294"/>
            <a:ext cx="9219115" cy="6407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34" y="2428126"/>
            <a:ext cx="8549801" cy="269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791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25" y="7052733"/>
            <a:ext cx="10081175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6979477"/>
            <a:ext cx="10081174" cy="7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3800" cy="755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402" y="503766"/>
            <a:ext cx="9324995" cy="65489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342" y="574294"/>
            <a:ext cx="9219115" cy="6407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668" y="998203"/>
            <a:ext cx="7580932" cy="555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41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9098" cy="7556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50341" cy="755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231" y="569475"/>
            <a:ext cx="2551423" cy="6360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spc="-50">
                <a:solidFill>
                  <a:srgbClr val="FFFFFF"/>
                </a:solidFill>
              </a:rPr>
              <a:t>Condition Variables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1475" y="0"/>
            <a:ext cx="52940" cy="755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60B187B3-F7A8-48C3-9194-78A8C61626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1663676"/>
              </p:ext>
            </p:extLst>
          </p:nvPr>
        </p:nvGraphicFramePr>
        <p:xfrm>
          <a:off x="3921915" y="704924"/>
          <a:ext cx="5622244" cy="6225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9098" cy="7556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50341" cy="755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231" y="667607"/>
            <a:ext cx="2551423" cy="6221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spc="-50">
                <a:solidFill>
                  <a:srgbClr val="FFFFFF"/>
                </a:solidFill>
              </a:rPr>
              <a:t>Basic condition variable functions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1475" y="0"/>
            <a:ext cx="52940" cy="755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object 3"/>
          <p:cNvSpPr txBox="1"/>
          <p:nvPr/>
        </p:nvSpPr>
        <p:spPr>
          <a:xfrm>
            <a:off x="3922042" y="667607"/>
            <a:ext cx="5304634" cy="6221285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pPr marL="12700" defTabSz="914400"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buFont typeface="Calibri" panose="020F0502020204030204" pitchFamily="34" charset="0"/>
            </a:pPr>
            <a:r>
              <a:rPr lang="en-US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Declaring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en-US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condition variable: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Bef>
                <a:spcPts val="20"/>
              </a:spcBef>
              <a:buClr>
                <a:schemeClr val="accent1"/>
              </a:buClr>
              <a:buFont typeface="Calibri" panose="020F0502020204030204" pitchFamily="34" charset="0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07770" marR="2157730" indent="-883919" defTabSz="914400">
              <a:lnSpc>
                <a:spcPct val="90000"/>
              </a:lnSpc>
              <a:spcBef>
                <a:spcPts val="5"/>
              </a:spcBef>
              <a:buClr>
                <a:schemeClr val="accent1"/>
              </a:buClr>
              <a:buFont typeface="Calibri" panose="020F0502020204030204" pitchFamily="34" charset="0"/>
            </a:pPr>
            <a:r>
              <a:rPr lang="en-US" spc="-1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pthread_cond_init</a:t>
            </a:r>
            <a:r>
              <a:rPr lang="en-US" spc="-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spc="-1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pthread_cond_t</a:t>
            </a:r>
            <a:r>
              <a:rPr lang="en-US" spc="-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</a:t>
            </a:r>
            <a:r>
              <a:rPr lang="en-US" spc="-5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cond</a:t>
            </a:r>
            <a:r>
              <a:rPr lang="en-US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 const </a:t>
            </a:r>
            <a:r>
              <a:rPr lang="en-US" spc="-5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pthread_condattr_t</a:t>
            </a:r>
            <a:r>
              <a:rPr lang="en-US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);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Bef>
                <a:spcPts val="30"/>
              </a:spcBef>
              <a:buClr>
                <a:schemeClr val="accent1"/>
              </a:buClr>
              <a:buFont typeface="Calibri" panose="020F0502020204030204" pitchFamily="34" charset="0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700"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Destroying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en-US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condition</a:t>
            </a:r>
            <a:r>
              <a:rPr lang="en-US" spc="-1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variable: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Bef>
                <a:spcPts val="15"/>
              </a:spcBef>
              <a:buClr>
                <a:schemeClr val="accent1"/>
              </a:buClr>
              <a:buFont typeface="Calibri" panose="020F0502020204030204" pitchFamily="34" charset="0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77825" defTabSz="91440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</a:pPr>
            <a:r>
              <a:rPr lang="en-US" spc="-5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pthread_cond_destroy</a:t>
            </a:r>
            <a:r>
              <a:rPr lang="en-US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spc="-5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pthread_cond_t</a:t>
            </a:r>
            <a:r>
              <a:rPr lang="en-US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*</a:t>
            </a:r>
            <a:r>
              <a:rPr lang="en-US" spc="-5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cond</a:t>
            </a:r>
            <a:r>
              <a:rPr lang="en-US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);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9098" cy="7556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50341" cy="755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231" y="569475"/>
            <a:ext cx="2551423" cy="6360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spc="-50">
                <a:solidFill>
                  <a:srgbClr val="FFFFFF"/>
                </a:solidFill>
              </a:rPr>
              <a:t>Using a condition variable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1475" y="0"/>
            <a:ext cx="52940" cy="755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F3F4644F-B3ED-462F-BDD1-0FF7767F03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6781739"/>
              </p:ext>
            </p:extLst>
          </p:nvPr>
        </p:nvGraphicFramePr>
        <p:xfrm>
          <a:off x="3921915" y="704924"/>
          <a:ext cx="5622244" cy="6225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1E485F27-EFC8-4D0E-A561-F322D9359A4F}"/>
              </a:ext>
            </a:extLst>
          </p:cNvPr>
          <p:cNvSpPr txBox="1">
            <a:spLocks/>
          </p:cNvSpPr>
          <p:nvPr/>
        </p:nvSpPr>
        <p:spPr>
          <a:xfrm>
            <a:off x="679450" y="621029"/>
            <a:ext cx="8712200" cy="57404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l" defTabSz="100757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289" kern="1200" spc="-55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"/>
              <a:t>Interaction </a:t>
            </a:r>
            <a:r>
              <a:rPr lang="en-US" sz="3600"/>
              <a:t>of </a:t>
            </a:r>
            <a:r>
              <a:rPr lang="en-US" sz="3600" spc="-5"/>
              <a:t>condition variables in</a:t>
            </a:r>
            <a:r>
              <a:rPr lang="en-US" sz="3600" spc="-30"/>
              <a:t> </a:t>
            </a:r>
            <a:r>
              <a:rPr lang="en-US" sz="3600" spc="-5"/>
              <a:t>threads</a:t>
            </a:r>
            <a:endParaRPr lang="en-US" sz="360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3294BCD7-E193-4AD9-8ACC-BA253BFD323E}"/>
              </a:ext>
            </a:extLst>
          </p:cNvPr>
          <p:cNvSpPr txBox="1"/>
          <p:nvPr/>
        </p:nvSpPr>
        <p:spPr>
          <a:xfrm>
            <a:off x="646754" y="1442519"/>
            <a:ext cx="4395146" cy="5536131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350"/>
              </a:spcBef>
            </a:pPr>
            <a:r>
              <a:rPr sz="2200" spc="-5" dirty="0">
                <a:latin typeface="Liberation Sans"/>
                <a:cs typeface="Liberation Sans"/>
              </a:rPr>
              <a:t>Thread</a:t>
            </a:r>
            <a:r>
              <a:rPr sz="2200" spc="-10" dirty="0">
                <a:latin typeface="Liberation Sans"/>
                <a:cs typeface="Liberation Sans"/>
              </a:rPr>
              <a:t> </a:t>
            </a:r>
            <a:r>
              <a:rPr sz="2200" dirty="0">
                <a:latin typeface="Liberation Sans"/>
                <a:cs typeface="Liberation Sans"/>
              </a:rPr>
              <a:t>X</a:t>
            </a:r>
          </a:p>
          <a:p>
            <a:pPr marL="336550" indent="-323850">
              <a:lnSpc>
                <a:spcPct val="100000"/>
              </a:lnSpc>
              <a:spcBef>
                <a:spcPts val="1250"/>
              </a:spcBef>
              <a:buAutoNum type="arabicParenR"/>
              <a:tabLst>
                <a:tab pos="336550" algn="l"/>
              </a:tabLst>
            </a:pPr>
            <a:r>
              <a:rPr sz="2200" spc="-5" dirty="0">
                <a:latin typeface="Liberation Sans"/>
                <a:cs typeface="Liberation Sans"/>
              </a:rPr>
              <a:t>Acquires mutex</a:t>
            </a:r>
            <a:r>
              <a:rPr sz="2200" spc="-145" dirty="0">
                <a:latin typeface="Liberation Sans"/>
                <a:cs typeface="Liberation Sans"/>
              </a:rPr>
              <a:t> </a:t>
            </a:r>
            <a:r>
              <a:rPr sz="2200" dirty="0">
                <a:latin typeface="Liberation Sans"/>
                <a:cs typeface="Liberation Sans"/>
              </a:rPr>
              <a:t>A</a:t>
            </a:r>
          </a:p>
          <a:p>
            <a:pPr marL="336550" indent="-323850">
              <a:lnSpc>
                <a:spcPct val="100000"/>
              </a:lnSpc>
              <a:spcBef>
                <a:spcPts val="1250"/>
              </a:spcBef>
              <a:buAutoNum type="arabicParenR"/>
              <a:tabLst>
                <a:tab pos="336550" algn="l"/>
              </a:tabLst>
            </a:pPr>
            <a:r>
              <a:rPr sz="2200" spc="-5" dirty="0">
                <a:latin typeface="Liberation Sans"/>
                <a:cs typeface="Liberation Sans"/>
              </a:rPr>
              <a:t>Checks condition (T or</a:t>
            </a:r>
            <a:r>
              <a:rPr sz="2200" spc="-60" dirty="0">
                <a:latin typeface="Liberation Sans"/>
                <a:cs typeface="Liberation Sans"/>
              </a:rPr>
              <a:t> </a:t>
            </a:r>
            <a:r>
              <a:rPr sz="2200" dirty="0">
                <a:latin typeface="Liberation Sans"/>
                <a:cs typeface="Liberation Sans"/>
              </a:rPr>
              <a:t>F)</a:t>
            </a:r>
          </a:p>
          <a:p>
            <a:pPr marL="336550" marR="190500" indent="-323850">
              <a:lnSpc>
                <a:spcPts val="2260"/>
              </a:lnSpc>
              <a:spcBef>
                <a:spcPts val="1460"/>
              </a:spcBef>
              <a:buAutoNum type="arabicParenR"/>
              <a:tabLst>
                <a:tab pos="336550" algn="l"/>
              </a:tabLst>
            </a:pPr>
            <a:r>
              <a:rPr sz="2000" spc="-5" dirty="0">
                <a:latin typeface="Liberation Sans"/>
                <a:cs typeface="Liberation Sans"/>
              </a:rPr>
              <a:t>False </a:t>
            </a:r>
            <a:r>
              <a:rPr sz="2000" dirty="0">
                <a:latin typeface="Liberation Sans"/>
                <a:cs typeface="Liberation Sans"/>
              </a:rPr>
              <a:t>– </a:t>
            </a:r>
            <a:r>
              <a:rPr sz="2000" spc="-5" dirty="0">
                <a:latin typeface="Liberation Sans"/>
                <a:cs typeface="Liberation Sans"/>
              </a:rPr>
              <a:t>mutex </a:t>
            </a:r>
            <a:r>
              <a:rPr sz="2000" dirty="0">
                <a:latin typeface="Liberation Sans"/>
                <a:cs typeface="Liberation Sans"/>
              </a:rPr>
              <a:t>A released  </a:t>
            </a:r>
            <a:r>
              <a:rPr sz="2000" spc="-5" dirty="0">
                <a:latin typeface="Liberation Sans"/>
                <a:cs typeface="Liberation Sans"/>
              </a:rPr>
              <a:t>atomically </a:t>
            </a:r>
            <a:r>
              <a:rPr sz="2000" dirty="0">
                <a:latin typeface="Liberation Sans"/>
                <a:cs typeface="Liberation Sans"/>
              </a:rPr>
              <a:t>&amp; </a:t>
            </a:r>
            <a:r>
              <a:rPr sz="2000" spc="-5" dirty="0">
                <a:latin typeface="Liberation Sans"/>
                <a:cs typeface="Liberation Sans"/>
              </a:rPr>
              <a:t>thread </a:t>
            </a:r>
            <a:r>
              <a:rPr sz="2000" dirty="0">
                <a:latin typeface="Liberation Sans"/>
                <a:cs typeface="Liberation Sans"/>
              </a:rPr>
              <a:t>X</a:t>
            </a:r>
            <a:r>
              <a:rPr sz="2000" spc="-35" dirty="0">
                <a:latin typeface="Liberation Sans"/>
                <a:cs typeface="Liberation Sans"/>
              </a:rPr>
              <a:t> </a:t>
            </a:r>
            <a:r>
              <a:rPr sz="2000" dirty="0">
                <a:latin typeface="Liberation Sans"/>
                <a:cs typeface="Liberation Sans"/>
              </a:rPr>
              <a:t>suspended</a:t>
            </a: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000" spc="-5" dirty="0">
                <a:latin typeface="Liberation Sans"/>
                <a:cs typeface="Liberation Sans"/>
              </a:rPr>
              <a:t>4)</a:t>
            </a:r>
            <a:r>
              <a:rPr sz="2000" spc="210" dirty="0">
                <a:latin typeface="Liberation Sans"/>
                <a:cs typeface="Liberation Sans"/>
              </a:rPr>
              <a:t> </a:t>
            </a:r>
            <a:r>
              <a:rPr sz="2000" dirty="0">
                <a:latin typeface="Liberation Sans"/>
                <a:cs typeface="Liberation Sans"/>
              </a:rPr>
              <a:t>…</a:t>
            </a:r>
          </a:p>
          <a:p>
            <a:pPr marL="336550" indent="-323850">
              <a:lnSpc>
                <a:spcPts val="2330"/>
              </a:lnSpc>
              <a:spcBef>
                <a:spcPts val="1270"/>
              </a:spcBef>
              <a:buAutoNum type="arabicParenR" startAt="5"/>
              <a:tabLst>
                <a:tab pos="336550" algn="l"/>
              </a:tabLst>
            </a:pPr>
            <a:r>
              <a:rPr sz="2000" spc="-5" dirty="0">
                <a:latin typeface="Liberation Sans"/>
                <a:cs typeface="Liberation Sans"/>
              </a:rPr>
              <a:t>Thread </a:t>
            </a:r>
            <a:r>
              <a:rPr sz="2000" dirty="0">
                <a:latin typeface="Liberation Sans"/>
                <a:cs typeface="Liberation Sans"/>
              </a:rPr>
              <a:t>reaquires </a:t>
            </a:r>
            <a:r>
              <a:rPr sz="2000" spc="-5" dirty="0">
                <a:latin typeface="Liberation Sans"/>
                <a:cs typeface="Liberation Sans"/>
              </a:rPr>
              <a:t>mutex </a:t>
            </a:r>
            <a:r>
              <a:rPr sz="2000" dirty="0">
                <a:latin typeface="Liberation Sans"/>
                <a:cs typeface="Liberation Sans"/>
              </a:rPr>
              <a:t>A</a:t>
            </a:r>
            <a:r>
              <a:rPr sz="2000" spc="-280" dirty="0">
                <a:latin typeface="Liberation Sans"/>
                <a:cs typeface="Liberation Sans"/>
              </a:rPr>
              <a:t> </a:t>
            </a:r>
            <a:r>
              <a:rPr sz="2000" dirty="0">
                <a:latin typeface="Liberation Sans"/>
                <a:cs typeface="Liberation Sans"/>
              </a:rPr>
              <a:t>(repeat</a:t>
            </a:r>
          </a:p>
          <a:p>
            <a:pPr marL="633095" lvl="1" indent="-296545">
              <a:lnSpc>
                <a:spcPts val="2330"/>
              </a:lnSpc>
              <a:buAutoNum type="arabicParenR"/>
              <a:tabLst>
                <a:tab pos="633730" algn="l"/>
              </a:tabLst>
            </a:pPr>
            <a:r>
              <a:rPr sz="2000" spc="-5" dirty="0">
                <a:latin typeface="Liberation Sans"/>
                <a:cs typeface="Liberation Sans"/>
              </a:rPr>
              <a:t>if</a:t>
            </a:r>
            <a:r>
              <a:rPr sz="2000" spc="-10" dirty="0">
                <a:latin typeface="Liberation Sans"/>
                <a:cs typeface="Liberation Sans"/>
              </a:rPr>
              <a:t> </a:t>
            </a:r>
            <a:r>
              <a:rPr sz="2000" spc="-5" dirty="0">
                <a:latin typeface="Liberation Sans"/>
                <a:cs typeface="Liberation Sans"/>
              </a:rPr>
              <a:t>false)</a:t>
            </a:r>
            <a:endParaRPr sz="2000" dirty="0">
              <a:latin typeface="Liberation Sans"/>
              <a:cs typeface="Liberation Sans"/>
            </a:endParaRPr>
          </a:p>
          <a:p>
            <a:pPr marL="336550" marR="230504" indent="-323850">
              <a:lnSpc>
                <a:spcPts val="2260"/>
              </a:lnSpc>
              <a:spcBef>
                <a:spcPts val="1460"/>
              </a:spcBef>
              <a:buAutoNum type="arabicParenR" startAt="5"/>
              <a:tabLst>
                <a:tab pos="336550" algn="l"/>
              </a:tabLst>
            </a:pPr>
            <a:r>
              <a:rPr sz="2000" spc="-20" dirty="0">
                <a:latin typeface="Liberation Sans"/>
                <a:cs typeface="Liberation Sans"/>
              </a:rPr>
              <a:t>True </a:t>
            </a:r>
            <a:r>
              <a:rPr sz="2000" dirty="0">
                <a:latin typeface="Liberation Sans"/>
                <a:cs typeface="Liberation Sans"/>
              </a:rPr>
              <a:t>– proceed </a:t>
            </a:r>
            <a:r>
              <a:rPr sz="2000" spc="-10" dirty="0">
                <a:latin typeface="Liberation Sans"/>
                <a:cs typeface="Liberation Sans"/>
              </a:rPr>
              <a:t>with </a:t>
            </a:r>
            <a:r>
              <a:rPr sz="2000" spc="-5" dirty="0">
                <a:latin typeface="Liberation Sans"/>
                <a:cs typeface="Liberation Sans"/>
              </a:rPr>
              <a:t>execution </a:t>
            </a:r>
            <a:r>
              <a:rPr sz="2000" dirty="0">
                <a:latin typeface="Liberation Sans"/>
                <a:cs typeface="Liberation Sans"/>
              </a:rPr>
              <a:t>of  </a:t>
            </a:r>
            <a:r>
              <a:rPr sz="2000" spc="-5" dirty="0">
                <a:latin typeface="Liberation Sans"/>
                <a:cs typeface="Liberation Sans"/>
              </a:rPr>
              <a:t>critical</a:t>
            </a:r>
            <a:r>
              <a:rPr sz="2000" spc="-10" dirty="0">
                <a:latin typeface="Liberation Sans"/>
                <a:cs typeface="Liberation Sans"/>
              </a:rPr>
              <a:t> </a:t>
            </a:r>
            <a:r>
              <a:rPr sz="2000" dirty="0">
                <a:latin typeface="Liberation Sans"/>
                <a:cs typeface="Liberation Sans"/>
              </a:rPr>
              <a:t>section</a:t>
            </a:r>
          </a:p>
          <a:p>
            <a:pPr marL="336550" marR="5080" indent="-323850">
              <a:lnSpc>
                <a:spcPts val="2260"/>
              </a:lnSpc>
              <a:spcBef>
                <a:spcPts val="1410"/>
              </a:spcBef>
              <a:buAutoNum type="arabicParenR" startAt="5"/>
              <a:tabLst>
                <a:tab pos="336550" algn="l"/>
              </a:tabLst>
            </a:pPr>
            <a:r>
              <a:rPr sz="2000" spc="-5" dirty="0">
                <a:latin typeface="Liberation Sans"/>
                <a:cs typeface="Liberation Sans"/>
              </a:rPr>
              <a:t>Thread finishes critical section </a:t>
            </a:r>
            <a:r>
              <a:rPr sz="2000" dirty="0">
                <a:latin typeface="Liberation Sans"/>
                <a:cs typeface="Liberation Sans"/>
              </a:rPr>
              <a:t>and  releases </a:t>
            </a:r>
            <a:r>
              <a:rPr sz="2000" spc="-5" dirty="0">
                <a:latin typeface="Liberation Sans"/>
                <a:cs typeface="Liberation Sans"/>
              </a:rPr>
              <a:t>mutex</a:t>
            </a:r>
            <a:r>
              <a:rPr sz="2000" spc="-135" dirty="0">
                <a:latin typeface="Liberation Sans"/>
                <a:cs typeface="Liberation Sans"/>
              </a:rPr>
              <a:t> </a:t>
            </a:r>
            <a:r>
              <a:rPr sz="2000" dirty="0">
                <a:latin typeface="Liberation Sans"/>
                <a:cs typeface="Liberation Sans"/>
              </a:rPr>
              <a:t>A</a:t>
            </a:r>
          </a:p>
          <a:p>
            <a:pPr marL="336550" indent="-323850">
              <a:lnSpc>
                <a:spcPct val="100000"/>
              </a:lnSpc>
              <a:spcBef>
                <a:spcPts val="1220"/>
              </a:spcBef>
              <a:buAutoNum type="arabicParenR" startAt="5"/>
              <a:tabLst>
                <a:tab pos="336550" algn="l"/>
              </a:tabLst>
            </a:pPr>
            <a:r>
              <a:rPr sz="2000" spc="-5" dirty="0">
                <a:latin typeface="Liberation Sans"/>
                <a:cs typeface="Liberation Sans"/>
              </a:rPr>
              <a:t>Thread </a:t>
            </a:r>
            <a:r>
              <a:rPr sz="2000" dirty="0">
                <a:latin typeface="Liberation Sans"/>
                <a:cs typeface="Liberation Sans"/>
              </a:rPr>
              <a:t>continues </a:t>
            </a:r>
            <a:r>
              <a:rPr sz="2000" spc="-5" dirty="0">
                <a:latin typeface="Liberation Sans"/>
                <a:cs typeface="Liberation Sans"/>
              </a:rPr>
              <a:t>its instructions</a:t>
            </a:r>
            <a:endParaRPr sz="2000" dirty="0">
              <a:latin typeface="Liberation Sans"/>
              <a:cs typeface="Liberation Sans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22A58156-C2A3-476E-9818-334BE9BFD473}"/>
              </a:ext>
            </a:extLst>
          </p:cNvPr>
          <p:cNvSpPr txBox="1"/>
          <p:nvPr/>
        </p:nvSpPr>
        <p:spPr>
          <a:xfrm>
            <a:off x="5511800" y="1644650"/>
            <a:ext cx="1011555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" dirty="0">
                <a:latin typeface="Liberation Sans"/>
                <a:cs typeface="Liberation Sans"/>
              </a:rPr>
              <a:t>Thread</a:t>
            </a:r>
            <a:r>
              <a:rPr sz="1900" spc="-110" dirty="0">
                <a:latin typeface="Liberation Sans"/>
                <a:cs typeface="Liberation Sans"/>
              </a:rPr>
              <a:t> </a:t>
            </a:r>
            <a:r>
              <a:rPr sz="1900" spc="-10" dirty="0">
                <a:latin typeface="Liberation Sans"/>
                <a:cs typeface="Liberation Sans"/>
              </a:rPr>
              <a:t>Y</a:t>
            </a:r>
            <a:endParaRPr sz="1900" dirty="0">
              <a:latin typeface="Liberation Sans"/>
              <a:cs typeface="Liberation Sans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77A6640B-D690-45B0-9808-30D5B618626E}"/>
              </a:ext>
            </a:extLst>
          </p:cNvPr>
          <p:cNvSpPr txBox="1"/>
          <p:nvPr/>
        </p:nvSpPr>
        <p:spPr>
          <a:xfrm>
            <a:off x="5118100" y="1949450"/>
            <a:ext cx="4093210" cy="2802049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292100" indent="-279400">
              <a:lnSpc>
                <a:spcPct val="100000"/>
              </a:lnSpc>
              <a:spcBef>
                <a:spcPts val="1150"/>
              </a:spcBef>
              <a:buAutoNum type="arabicParenR"/>
              <a:tabLst>
                <a:tab pos="292100" algn="l"/>
              </a:tabLst>
            </a:pPr>
            <a:r>
              <a:rPr sz="2000" spc="-10" dirty="0">
                <a:latin typeface="Liberation Sans"/>
                <a:cs typeface="Liberation Sans"/>
              </a:rPr>
              <a:t>Acquires </a:t>
            </a:r>
            <a:r>
              <a:rPr sz="2000" spc="-5" dirty="0">
                <a:latin typeface="Liberation Sans"/>
                <a:cs typeface="Liberation Sans"/>
              </a:rPr>
              <a:t>mutex</a:t>
            </a:r>
            <a:r>
              <a:rPr sz="2000" spc="-110" dirty="0">
                <a:latin typeface="Liberation Sans"/>
                <a:cs typeface="Liberation Sans"/>
              </a:rPr>
              <a:t> </a:t>
            </a:r>
            <a:r>
              <a:rPr sz="2000" spc="-10" dirty="0">
                <a:latin typeface="Liberation Sans"/>
                <a:cs typeface="Liberation Sans"/>
              </a:rPr>
              <a:t>A</a:t>
            </a:r>
            <a:endParaRPr sz="2000" dirty="0">
              <a:latin typeface="Liberation Sans"/>
              <a:cs typeface="Liberation Sans"/>
            </a:endParaRPr>
          </a:p>
          <a:p>
            <a:pPr marL="292100" indent="-279400">
              <a:lnSpc>
                <a:spcPct val="100000"/>
              </a:lnSpc>
              <a:spcBef>
                <a:spcPts val="1050"/>
              </a:spcBef>
              <a:buAutoNum type="arabicParenR"/>
              <a:tabLst>
                <a:tab pos="292100" algn="l"/>
              </a:tabLst>
            </a:pPr>
            <a:r>
              <a:rPr sz="2000" spc="-10" dirty="0">
                <a:latin typeface="Liberation Sans"/>
                <a:cs typeface="Liberation Sans"/>
              </a:rPr>
              <a:t>It </a:t>
            </a:r>
            <a:r>
              <a:rPr sz="2000" spc="-5" dirty="0">
                <a:latin typeface="Liberation Sans"/>
                <a:cs typeface="Liberation Sans"/>
              </a:rPr>
              <a:t>modifies </a:t>
            </a:r>
            <a:r>
              <a:rPr sz="2000" spc="-10" dirty="0">
                <a:latin typeface="Liberation Sans"/>
                <a:cs typeface="Liberation Sans"/>
              </a:rPr>
              <a:t>the state </a:t>
            </a:r>
            <a:r>
              <a:rPr sz="2000" spc="-5" dirty="0">
                <a:latin typeface="Liberation Sans"/>
                <a:cs typeface="Liberation Sans"/>
              </a:rPr>
              <a:t>of the</a:t>
            </a:r>
            <a:r>
              <a:rPr sz="2000" spc="15" dirty="0">
                <a:latin typeface="Liberation Sans"/>
                <a:cs typeface="Liberation Sans"/>
              </a:rPr>
              <a:t> </a:t>
            </a:r>
            <a:r>
              <a:rPr sz="2000" spc="-10" dirty="0">
                <a:latin typeface="Liberation Sans"/>
                <a:cs typeface="Liberation Sans"/>
              </a:rPr>
              <a:t>condition</a:t>
            </a:r>
            <a:endParaRPr sz="2000" dirty="0">
              <a:latin typeface="Liberation Sans"/>
              <a:cs typeface="Liberation Sans"/>
            </a:endParaRPr>
          </a:p>
          <a:p>
            <a:pPr marL="292100" marR="139700" indent="-279400">
              <a:lnSpc>
                <a:spcPts val="2110"/>
              </a:lnSpc>
              <a:spcBef>
                <a:spcPts val="1265"/>
              </a:spcBef>
              <a:buAutoNum type="arabicParenR"/>
              <a:tabLst>
                <a:tab pos="292100" algn="l"/>
              </a:tabLst>
            </a:pPr>
            <a:r>
              <a:rPr sz="2000" spc="-10" dirty="0">
                <a:latin typeface="Liberation Sans"/>
                <a:cs typeface="Liberation Sans"/>
              </a:rPr>
              <a:t>Signal </a:t>
            </a:r>
            <a:r>
              <a:rPr sz="2000" spc="-5" dirty="0">
                <a:latin typeface="Liberation Sans"/>
                <a:cs typeface="Liberation Sans"/>
              </a:rPr>
              <a:t>message </a:t>
            </a:r>
            <a:r>
              <a:rPr sz="2000" spc="-10" dirty="0">
                <a:latin typeface="Liberation Sans"/>
                <a:cs typeface="Liberation Sans"/>
              </a:rPr>
              <a:t>to unblock X </a:t>
            </a:r>
            <a:r>
              <a:rPr sz="2000" spc="-5" dirty="0">
                <a:latin typeface="Liberation Sans"/>
                <a:cs typeface="Liberation Sans"/>
              </a:rPr>
              <a:t>(and  </a:t>
            </a:r>
            <a:r>
              <a:rPr sz="2000" spc="-10" dirty="0">
                <a:latin typeface="Liberation Sans"/>
                <a:cs typeface="Liberation Sans"/>
              </a:rPr>
              <a:t>any other</a:t>
            </a:r>
            <a:r>
              <a:rPr sz="2000" spc="5" dirty="0">
                <a:latin typeface="Liberation Sans"/>
                <a:cs typeface="Liberation Sans"/>
              </a:rPr>
              <a:t> </a:t>
            </a:r>
            <a:r>
              <a:rPr sz="2000" spc="-5" dirty="0">
                <a:latin typeface="Liberation Sans"/>
                <a:cs typeface="Liberation Sans"/>
              </a:rPr>
              <a:t>threads)</a:t>
            </a:r>
            <a:endParaRPr sz="2000" dirty="0">
              <a:latin typeface="Liberation Sans"/>
              <a:cs typeface="Liberation Sans"/>
            </a:endParaRPr>
          </a:p>
          <a:p>
            <a:pPr marL="292100" indent="-279400">
              <a:lnSpc>
                <a:spcPct val="100000"/>
              </a:lnSpc>
              <a:spcBef>
                <a:spcPts val="1005"/>
              </a:spcBef>
              <a:buAutoNum type="arabicParenR"/>
              <a:tabLst>
                <a:tab pos="292100" algn="l"/>
              </a:tabLst>
            </a:pPr>
            <a:r>
              <a:rPr sz="2000" spc="-5" dirty="0">
                <a:latin typeface="Liberation Sans"/>
                <a:cs typeface="Liberation Sans"/>
              </a:rPr>
              <a:t>Thread releases mutex</a:t>
            </a:r>
            <a:r>
              <a:rPr sz="2000" spc="-125" dirty="0">
                <a:latin typeface="Liberation Sans"/>
                <a:cs typeface="Liberation Sans"/>
              </a:rPr>
              <a:t> </a:t>
            </a:r>
            <a:r>
              <a:rPr sz="2000" spc="-10" dirty="0">
                <a:latin typeface="Liberation Sans"/>
                <a:cs typeface="Liberation Sans"/>
              </a:rPr>
              <a:t>A</a:t>
            </a:r>
            <a:endParaRPr sz="2000" dirty="0">
              <a:latin typeface="Liberation Sans"/>
              <a:cs typeface="Liberation Sans"/>
            </a:endParaRPr>
          </a:p>
          <a:p>
            <a:pPr marL="292100" indent="-279400">
              <a:lnSpc>
                <a:spcPct val="100000"/>
              </a:lnSpc>
              <a:spcBef>
                <a:spcPts val="1050"/>
              </a:spcBef>
              <a:buAutoNum type="arabicParenR"/>
              <a:tabLst>
                <a:tab pos="292100" algn="l"/>
              </a:tabLst>
            </a:pPr>
            <a:r>
              <a:rPr sz="2000" spc="-5" dirty="0">
                <a:latin typeface="Liberation Sans"/>
                <a:cs typeface="Liberation Sans"/>
              </a:rPr>
              <a:t>Thread continues its</a:t>
            </a:r>
            <a:r>
              <a:rPr sz="2000" spc="-40" dirty="0">
                <a:latin typeface="Liberation Sans"/>
                <a:cs typeface="Liberation Sans"/>
              </a:rPr>
              <a:t> </a:t>
            </a:r>
            <a:r>
              <a:rPr sz="2000" spc="-5" dirty="0">
                <a:latin typeface="Liberation Sans"/>
                <a:cs typeface="Liberation Sans"/>
              </a:rPr>
              <a:t>instructions</a:t>
            </a:r>
            <a:endParaRPr sz="2000" dirty="0">
              <a:latin typeface="Liberation Sans"/>
              <a:cs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2074010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25" y="7052733"/>
            <a:ext cx="10081175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6979477"/>
            <a:ext cx="10081174" cy="7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3800" cy="755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402" y="503766"/>
            <a:ext cx="9324995" cy="65489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342" y="574294"/>
            <a:ext cx="9219115" cy="6407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34" y="2481563"/>
            <a:ext cx="8549801" cy="258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75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25" y="7052733"/>
            <a:ext cx="10081175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6979477"/>
            <a:ext cx="10081174" cy="7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3800" cy="755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402" y="503766"/>
            <a:ext cx="9324995" cy="65489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342" y="574294"/>
            <a:ext cx="9219115" cy="6407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882650"/>
            <a:ext cx="7127335" cy="580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192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542" y="315794"/>
            <a:ext cx="8319135" cy="1598519"/>
          </a:xfrm>
        </p:spPr>
        <p:txBody>
          <a:bodyPr>
            <a:normAutofit/>
          </a:bodyPr>
          <a:lstStyle/>
          <a:p>
            <a:r>
              <a:rPr lang="en-US" b="1"/>
              <a:t>Semaphore</a:t>
            </a:r>
            <a:endParaRPr lang="en-US"/>
          </a:p>
        </p:txBody>
      </p:sp>
      <p:graphicFrame>
        <p:nvGraphicFramePr>
          <p:cNvPr id="15" name="Text Placeholder 2">
            <a:extLst>
              <a:ext uri="{FF2B5EF4-FFF2-40B4-BE49-F238E27FC236}">
                <a16:creationId xmlns:a16="http://schemas.microsoft.com/office/drawing/2014/main" id="{F92C2FD4-3CA8-4587-A108-3F01DBBA42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1346483"/>
              </p:ext>
            </p:extLst>
          </p:nvPr>
        </p:nvGraphicFramePr>
        <p:xfrm>
          <a:off x="907279" y="2312252"/>
          <a:ext cx="8319135" cy="41716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3264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C14D6896-852E-441D-9280-DF10E40ECF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7542" y="315794"/>
            <a:ext cx="8319135" cy="1598519"/>
          </a:xfrm>
          <a:prstGeom prst="rect">
            <a:avLst/>
          </a:prstGeom>
        </p:spPr>
        <p:txBody>
          <a:bodyPr vert="horz" lIns="0" tIns="12700" rIns="0" bIns="0" rtlCol="0">
            <a:normAutofit/>
          </a:bodyPr>
          <a:lstStyle/>
          <a:p>
            <a:pPr marL="12700">
              <a:spcBef>
                <a:spcPts val="100"/>
              </a:spcBef>
            </a:pPr>
            <a:r>
              <a:rPr lang="en-US" spc="-5"/>
              <a:t>Posix</a:t>
            </a:r>
            <a:r>
              <a:rPr lang="en-US" spc="-50"/>
              <a:t> </a:t>
            </a:r>
            <a:r>
              <a:rPr lang="en-US" spc="-5"/>
              <a:t>semaphores</a:t>
            </a:r>
            <a:endParaRPr lang="en-US"/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FD44679A-C86B-46CA-9FF9-9C24E1B890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9743182"/>
              </p:ext>
            </p:extLst>
          </p:nvPr>
        </p:nvGraphicFramePr>
        <p:xfrm>
          <a:off x="907279" y="2312252"/>
          <a:ext cx="8319135" cy="41716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8912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151E2-6A9F-43AD-BA23-46FEB942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spc="-5" dirty="0"/>
              <a:t>Using</a:t>
            </a:r>
            <a:r>
              <a:rPr lang="en-US" sz="5400" spc="-65" dirty="0"/>
              <a:t> </a:t>
            </a:r>
            <a:r>
              <a:rPr lang="en-US" sz="5400" spc="-5" dirty="0"/>
              <a:t>semaphores</a:t>
            </a:r>
            <a:endParaRPr lang="en-PK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AAA3FBB-7B69-4122-9DCB-64896CBC1CD8}"/>
              </a:ext>
            </a:extLst>
          </p:cNvPr>
          <p:cNvSpPr txBox="1"/>
          <p:nvPr/>
        </p:nvSpPr>
        <p:spPr>
          <a:xfrm>
            <a:off x="526888" y="2131060"/>
            <a:ext cx="8759825" cy="4173643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55600" marR="5080" indent="-342900">
              <a:lnSpc>
                <a:spcPts val="2230"/>
              </a:lnSpc>
              <a:spcBef>
                <a:spcPts val="315"/>
              </a:spcBef>
              <a:buFont typeface="Wingdings" panose="05000000000000000000" pitchFamily="2" charset="2"/>
              <a:buChar char="§"/>
              <a:tabLst>
                <a:tab pos="8308340" algn="l"/>
              </a:tabLst>
            </a:pPr>
            <a:r>
              <a:rPr lang="en-US" sz="2000" dirty="0">
                <a:latin typeface="Liberation Sans"/>
                <a:cs typeface="Liberation Sans"/>
              </a:rPr>
              <a:t>A </a:t>
            </a:r>
            <a:r>
              <a:rPr lang="en-US" sz="2000" spc="-5" dirty="0">
                <a:latin typeface="Liberation Sans"/>
                <a:cs typeface="Liberation Sans"/>
              </a:rPr>
              <a:t>thread </a:t>
            </a:r>
            <a:r>
              <a:rPr lang="en-US" sz="2000" dirty="0">
                <a:latin typeface="Liberation Sans"/>
                <a:cs typeface="Liberation Sans"/>
              </a:rPr>
              <a:t>can have </a:t>
            </a:r>
            <a:r>
              <a:rPr lang="en-US" sz="2000" b="1" u="sng" dirty="0">
                <a:latin typeface="Liberation Sans"/>
                <a:cs typeface="Liberation Sans"/>
              </a:rPr>
              <a:t>exclusive</a:t>
            </a:r>
            <a:r>
              <a:rPr lang="en-US" sz="2000" dirty="0">
                <a:latin typeface="Liberation Sans"/>
                <a:cs typeface="Liberation Sans"/>
              </a:rPr>
              <a:t> access </a:t>
            </a:r>
            <a:r>
              <a:rPr lang="en-US" sz="2000" spc="-5" dirty="0">
                <a:latin typeface="Liberation Sans"/>
                <a:cs typeface="Liberation Sans"/>
              </a:rPr>
              <a:t>to </a:t>
            </a:r>
            <a:r>
              <a:rPr lang="en-US" sz="2000" dirty="0">
                <a:latin typeface="Liberation Sans"/>
                <a:cs typeface="Liberation Sans"/>
              </a:rPr>
              <a:t>a semaphore (</a:t>
            </a:r>
            <a:r>
              <a:rPr lang="en-US" sz="2000" u="sng" dirty="0">
                <a:latin typeface="Liberation Sans"/>
                <a:cs typeface="Liberation Sans"/>
              </a:rPr>
              <a:t>binary semaphore</a:t>
            </a:r>
            <a:r>
              <a:rPr lang="en-US" sz="2000" dirty="0">
                <a:latin typeface="Liberation Sans"/>
                <a:cs typeface="Liberation Sans"/>
              </a:rPr>
              <a:t>) or  </a:t>
            </a:r>
            <a:r>
              <a:rPr lang="en-US" sz="2000" b="1" u="sng" spc="5" dirty="0">
                <a:latin typeface="Liberation Sans"/>
                <a:cs typeface="Liberation Sans"/>
              </a:rPr>
              <a:t>s</a:t>
            </a:r>
            <a:r>
              <a:rPr lang="en-US" sz="2000" b="1" u="sng" spc="-5" dirty="0">
                <a:latin typeface="Liberation Sans"/>
                <a:cs typeface="Liberation Sans"/>
              </a:rPr>
              <a:t>e</a:t>
            </a:r>
            <a:r>
              <a:rPr lang="en-US" sz="2000" b="1" u="sng" dirty="0">
                <a:latin typeface="Liberation Sans"/>
                <a:cs typeface="Liberation Sans"/>
              </a:rPr>
              <a:t>v</a:t>
            </a:r>
            <a:r>
              <a:rPr lang="en-US" sz="2000" b="1" u="sng" spc="-5" dirty="0">
                <a:latin typeface="Liberation Sans"/>
                <a:cs typeface="Liberation Sans"/>
              </a:rPr>
              <a:t>e</a:t>
            </a:r>
            <a:r>
              <a:rPr lang="en-US" sz="2000" b="1" u="sng" spc="10" dirty="0">
                <a:latin typeface="Liberation Sans"/>
                <a:cs typeface="Liberation Sans"/>
              </a:rPr>
              <a:t>r</a:t>
            </a:r>
            <a:r>
              <a:rPr lang="en-US" sz="2000" b="1" u="sng" spc="-5" dirty="0">
                <a:latin typeface="Liberation Sans"/>
                <a:cs typeface="Liberation Sans"/>
              </a:rPr>
              <a:t>a</a:t>
            </a:r>
            <a:r>
              <a:rPr lang="en-US" sz="2000" b="1" u="sng" dirty="0">
                <a:latin typeface="Liberation Sans"/>
                <a:cs typeface="Liberation Sans"/>
              </a:rPr>
              <a:t>l</a:t>
            </a:r>
            <a:r>
              <a:rPr lang="en-US" sz="2000" spc="-5" dirty="0">
                <a:latin typeface="Liberation Sans"/>
                <a:cs typeface="Liberation Sans"/>
              </a:rPr>
              <a:t> </a:t>
            </a:r>
            <a:r>
              <a:rPr lang="en-US" sz="2000" spc="-10" dirty="0">
                <a:latin typeface="Liberation Sans"/>
                <a:cs typeface="Liberation Sans"/>
              </a:rPr>
              <a:t>t</a:t>
            </a:r>
            <a:r>
              <a:rPr lang="en-US" sz="2000" spc="5" dirty="0">
                <a:latin typeface="Liberation Sans"/>
                <a:cs typeface="Liberation Sans"/>
              </a:rPr>
              <a:t>h</a:t>
            </a:r>
            <a:r>
              <a:rPr lang="en-US" sz="2000" dirty="0">
                <a:latin typeface="Liberation Sans"/>
                <a:cs typeface="Liberation Sans"/>
              </a:rPr>
              <a:t>r</a:t>
            </a:r>
            <a:r>
              <a:rPr lang="en-US" sz="2000" spc="5" dirty="0">
                <a:latin typeface="Liberation Sans"/>
                <a:cs typeface="Liberation Sans"/>
              </a:rPr>
              <a:t>e</a:t>
            </a:r>
            <a:r>
              <a:rPr lang="en-US" sz="2000" spc="-5" dirty="0">
                <a:latin typeface="Liberation Sans"/>
                <a:cs typeface="Liberation Sans"/>
              </a:rPr>
              <a:t>a</a:t>
            </a:r>
            <a:r>
              <a:rPr lang="en-US" sz="2000" spc="5" dirty="0">
                <a:latin typeface="Liberation Sans"/>
                <a:cs typeface="Liberation Sans"/>
              </a:rPr>
              <a:t>d</a:t>
            </a:r>
            <a:r>
              <a:rPr lang="en-US" sz="2000" dirty="0">
                <a:latin typeface="Liberation Sans"/>
                <a:cs typeface="Liberation Sans"/>
              </a:rPr>
              <a:t>s c</a:t>
            </a:r>
            <a:r>
              <a:rPr lang="en-US" sz="2000" spc="5" dirty="0">
                <a:latin typeface="Liberation Sans"/>
                <a:cs typeface="Liberation Sans"/>
              </a:rPr>
              <a:t>a</a:t>
            </a:r>
            <a:r>
              <a:rPr lang="en-US" sz="2000" dirty="0">
                <a:latin typeface="Liberation Sans"/>
                <a:cs typeface="Liberation Sans"/>
              </a:rPr>
              <a:t>n </a:t>
            </a:r>
            <a:r>
              <a:rPr lang="en-US" sz="2000" spc="-5" dirty="0">
                <a:latin typeface="Liberation Sans"/>
                <a:cs typeface="Liberation Sans"/>
              </a:rPr>
              <a:t>b</a:t>
            </a:r>
            <a:r>
              <a:rPr lang="en-US" sz="2000" dirty="0">
                <a:latin typeface="Liberation Sans"/>
                <a:cs typeface="Liberation Sans"/>
              </a:rPr>
              <a:t>e </a:t>
            </a:r>
            <a:r>
              <a:rPr lang="en-US" sz="2000" spc="5" dirty="0">
                <a:latin typeface="Liberation Sans"/>
                <a:cs typeface="Liberation Sans"/>
              </a:rPr>
              <a:t>ac</a:t>
            </a:r>
            <a:r>
              <a:rPr lang="en-US" sz="2000" dirty="0">
                <a:latin typeface="Liberation Sans"/>
                <a:cs typeface="Liberation Sans"/>
              </a:rPr>
              <a:t>c</a:t>
            </a:r>
            <a:r>
              <a:rPr lang="en-US" sz="2000" spc="5" dirty="0">
                <a:latin typeface="Liberation Sans"/>
                <a:cs typeface="Liberation Sans"/>
              </a:rPr>
              <a:t>ess</a:t>
            </a:r>
            <a:r>
              <a:rPr lang="en-US" sz="2000" spc="-5" dirty="0">
                <a:latin typeface="Liberation Sans"/>
                <a:cs typeface="Liberation Sans"/>
              </a:rPr>
              <a:t>i</a:t>
            </a:r>
            <a:r>
              <a:rPr lang="en-US" sz="2000" spc="5" dirty="0">
                <a:latin typeface="Liberation Sans"/>
                <a:cs typeface="Liberation Sans"/>
              </a:rPr>
              <a:t>n</a:t>
            </a:r>
            <a:r>
              <a:rPr lang="en-US" sz="2000" dirty="0">
                <a:latin typeface="Liberation Sans"/>
                <a:cs typeface="Liberation Sans"/>
              </a:rPr>
              <a:t>g</a:t>
            </a:r>
            <a:r>
              <a:rPr lang="en-US" sz="2000" spc="-10" dirty="0">
                <a:latin typeface="Liberation Sans"/>
                <a:cs typeface="Liberation Sans"/>
              </a:rPr>
              <a:t> </a:t>
            </a:r>
            <a:r>
              <a:rPr lang="en-US" sz="2000" dirty="0">
                <a:latin typeface="Liberation Sans"/>
                <a:cs typeface="Liberation Sans"/>
              </a:rPr>
              <a:t>t</a:t>
            </a:r>
            <a:r>
              <a:rPr lang="en-US" sz="2000" spc="-5" dirty="0">
                <a:latin typeface="Liberation Sans"/>
                <a:cs typeface="Liberation Sans"/>
              </a:rPr>
              <a:t>h</a:t>
            </a:r>
            <a:r>
              <a:rPr lang="en-US" sz="2000" dirty="0">
                <a:latin typeface="Liberation Sans"/>
                <a:cs typeface="Liberation Sans"/>
              </a:rPr>
              <a:t>e </a:t>
            </a:r>
            <a:r>
              <a:rPr lang="en-US" sz="2000" spc="5" dirty="0">
                <a:latin typeface="Liberation Sans"/>
                <a:cs typeface="Liberation Sans"/>
              </a:rPr>
              <a:t>s</a:t>
            </a:r>
            <a:r>
              <a:rPr lang="en-US" sz="2000" spc="-5" dirty="0">
                <a:latin typeface="Liberation Sans"/>
                <a:cs typeface="Liberation Sans"/>
              </a:rPr>
              <a:t>e</a:t>
            </a:r>
            <a:r>
              <a:rPr lang="en-US" sz="2000" dirty="0">
                <a:latin typeface="Liberation Sans"/>
                <a:cs typeface="Liberation Sans"/>
              </a:rPr>
              <a:t>m</a:t>
            </a:r>
            <a:r>
              <a:rPr lang="en-US" sz="2000" spc="5" dirty="0">
                <a:latin typeface="Liberation Sans"/>
                <a:cs typeface="Liberation Sans"/>
              </a:rPr>
              <a:t>a</a:t>
            </a:r>
            <a:r>
              <a:rPr lang="en-US" sz="2000" spc="-5" dirty="0">
                <a:latin typeface="Liberation Sans"/>
                <a:cs typeface="Liberation Sans"/>
              </a:rPr>
              <a:t>p</a:t>
            </a:r>
            <a:r>
              <a:rPr lang="en-US" sz="2000" spc="5" dirty="0">
                <a:latin typeface="Liberation Sans"/>
                <a:cs typeface="Liberation Sans"/>
              </a:rPr>
              <a:t>ho</a:t>
            </a:r>
            <a:r>
              <a:rPr lang="en-US" sz="2000" dirty="0">
                <a:latin typeface="Liberation Sans"/>
                <a:cs typeface="Liberation Sans"/>
              </a:rPr>
              <a:t>re (</a:t>
            </a:r>
            <a:r>
              <a:rPr lang="en-US" sz="2000" u="sng" spc="5" dirty="0">
                <a:latin typeface="Liberation Sans"/>
                <a:cs typeface="Liberation Sans"/>
              </a:rPr>
              <a:t>c</a:t>
            </a:r>
            <a:r>
              <a:rPr lang="en-US" sz="2000" u="sng" spc="-5" dirty="0">
                <a:latin typeface="Liberation Sans"/>
                <a:cs typeface="Liberation Sans"/>
              </a:rPr>
              <a:t>o</a:t>
            </a:r>
            <a:r>
              <a:rPr lang="en-US" sz="2000" u="sng" spc="5" dirty="0">
                <a:latin typeface="Liberation Sans"/>
                <a:cs typeface="Liberation Sans"/>
              </a:rPr>
              <a:t>un</a:t>
            </a:r>
            <a:r>
              <a:rPr lang="en-US" sz="2000" u="sng" spc="-10" dirty="0">
                <a:latin typeface="Liberation Sans"/>
                <a:cs typeface="Liberation Sans"/>
              </a:rPr>
              <a:t>t</a:t>
            </a:r>
            <a:r>
              <a:rPr lang="en-US" sz="2000" u="sng" spc="-5" dirty="0">
                <a:latin typeface="Liberation Sans"/>
                <a:cs typeface="Liberation Sans"/>
              </a:rPr>
              <a:t>i</a:t>
            </a:r>
            <a:r>
              <a:rPr lang="en-US" sz="2000" u="sng" spc="5" dirty="0">
                <a:latin typeface="Liberation Sans"/>
                <a:cs typeface="Liberation Sans"/>
              </a:rPr>
              <a:t>n</a:t>
            </a:r>
            <a:r>
              <a:rPr lang="en-US" sz="2000" u="sng" dirty="0">
                <a:latin typeface="Liberation Sans"/>
                <a:cs typeface="Liberation Sans"/>
              </a:rPr>
              <a:t>g</a:t>
            </a:r>
            <a:r>
              <a:rPr lang="en-US" sz="2000" u="sng" spc="-10" dirty="0">
                <a:latin typeface="Liberation Sans"/>
                <a:cs typeface="Liberation Sans"/>
              </a:rPr>
              <a:t> </a:t>
            </a:r>
            <a:r>
              <a:rPr lang="en-US" sz="2000" u="sng" spc="5" dirty="0">
                <a:latin typeface="Liberation Sans"/>
                <a:cs typeface="Liberation Sans"/>
              </a:rPr>
              <a:t>se</a:t>
            </a:r>
            <a:r>
              <a:rPr lang="en-US" sz="2000" u="sng" dirty="0">
                <a:latin typeface="Liberation Sans"/>
                <a:cs typeface="Liberation Sans"/>
              </a:rPr>
              <a:t>m</a:t>
            </a:r>
            <a:r>
              <a:rPr lang="en-US" sz="2000" u="sng" spc="-5" dirty="0">
                <a:latin typeface="Liberation Sans"/>
                <a:cs typeface="Liberation Sans"/>
              </a:rPr>
              <a:t>a</a:t>
            </a:r>
            <a:r>
              <a:rPr lang="en-US" sz="2000" u="sng" spc="5" dirty="0">
                <a:latin typeface="Liberation Sans"/>
                <a:cs typeface="Liberation Sans"/>
              </a:rPr>
              <a:t>p</a:t>
            </a:r>
            <a:r>
              <a:rPr lang="en-US" sz="2000" u="sng" spc="-5" dirty="0">
                <a:latin typeface="Liberation Sans"/>
                <a:cs typeface="Liberation Sans"/>
              </a:rPr>
              <a:t>h</a:t>
            </a:r>
            <a:r>
              <a:rPr lang="en-US" sz="2000" u="sng" spc="5" dirty="0">
                <a:latin typeface="Liberation Sans"/>
                <a:cs typeface="Liberation Sans"/>
              </a:rPr>
              <a:t>o</a:t>
            </a:r>
            <a:r>
              <a:rPr lang="en-US" sz="2000" u="sng" dirty="0">
                <a:latin typeface="Liberation Sans"/>
                <a:cs typeface="Liberation Sans"/>
              </a:rPr>
              <a:t>r</a:t>
            </a:r>
            <a:r>
              <a:rPr lang="en-US" sz="2000" u="sng" spc="5" dirty="0">
                <a:latin typeface="Liberation Sans"/>
                <a:cs typeface="Liberation Sans"/>
              </a:rPr>
              <a:t>e</a:t>
            </a:r>
            <a:r>
              <a:rPr lang="en-US" sz="2000" dirty="0">
                <a:latin typeface="Liberation Sans"/>
                <a:cs typeface="Liberation Sans"/>
              </a:rPr>
              <a:t>).</a:t>
            </a:r>
          </a:p>
          <a:p>
            <a:pPr marL="355600" marR="5080" indent="-342900">
              <a:lnSpc>
                <a:spcPts val="2230"/>
              </a:lnSpc>
              <a:spcBef>
                <a:spcPts val="315"/>
              </a:spcBef>
              <a:buFont typeface="Wingdings" panose="05000000000000000000" pitchFamily="2" charset="2"/>
              <a:buChar char="§"/>
              <a:tabLst>
                <a:tab pos="8308340" algn="l"/>
              </a:tabLst>
            </a:pPr>
            <a:r>
              <a:rPr lang="en-US" sz="2000" spc="-5" dirty="0">
                <a:latin typeface="Liberation Sans"/>
                <a:cs typeface="Liberation Sans"/>
              </a:rPr>
              <a:t>T</a:t>
            </a:r>
            <a:r>
              <a:rPr lang="en-US" sz="2000" dirty="0">
                <a:latin typeface="Liberation Sans"/>
                <a:cs typeface="Liberation Sans"/>
              </a:rPr>
              <a:t>he  programmer decides </a:t>
            </a:r>
            <a:r>
              <a:rPr lang="en-US" sz="2000" spc="-5" dirty="0">
                <a:latin typeface="Liberation Sans"/>
                <a:cs typeface="Liberation Sans"/>
              </a:rPr>
              <a:t>the </a:t>
            </a:r>
            <a:r>
              <a:rPr lang="en-US" sz="2000" dirty="0">
                <a:latin typeface="Liberation Sans"/>
                <a:cs typeface="Liberation Sans"/>
              </a:rPr>
              <a:t>usage </a:t>
            </a:r>
            <a:r>
              <a:rPr lang="en-US" sz="2000" spc="-5" dirty="0">
                <a:latin typeface="Liberation Sans"/>
                <a:cs typeface="Liberation Sans"/>
              </a:rPr>
              <a:t>by the appropriate </a:t>
            </a:r>
            <a:r>
              <a:rPr lang="en-US" sz="2000" dirty="0">
                <a:latin typeface="Liberation Sans"/>
                <a:cs typeface="Liberation Sans"/>
              </a:rPr>
              <a:t>use of </a:t>
            </a:r>
            <a:r>
              <a:rPr lang="en-US" sz="2000" b="1" spc="-5" dirty="0" err="1">
                <a:solidFill>
                  <a:srgbClr val="00B050"/>
                </a:solidFill>
                <a:latin typeface="Liberation Sans"/>
                <a:cs typeface="Liberation Sans"/>
              </a:rPr>
              <a:t>sem_wait</a:t>
            </a:r>
            <a:r>
              <a:rPr lang="en-US" sz="2000" b="1" spc="-5" dirty="0">
                <a:solidFill>
                  <a:srgbClr val="00B050"/>
                </a:solidFill>
                <a:latin typeface="Liberation Sans"/>
                <a:cs typeface="Liberation Sans"/>
              </a:rPr>
              <a:t>() </a:t>
            </a:r>
            <a:r>
              <a:rPr lang="en-US" sz="2000" dirty="0">
                <a:latin typeface="Liberation Sans"/>
                <a:cs typeface="Liberation Sans"/>
              </a:rPr>
              <a:t>and  </a:t>
            </a:r>
            <a:r>
              <a:rPr lang="en-US" sz="2000" b="1" dirty="0" err="1">
                <a:solidFill>
                  <a:srgbClr val="00B050"/>
                </a:solidFill>
                <a:latin typeface="Liberation Sans"/>
                <a:cs typeface="Liberation Sans"/>
              </a:rPr>
              <a:t>sem_post</a:t>
            </a:r>
            <a:r>
              <a:rPr lang="en-US" sz="2000" b="1" dirty="0">
                <a:solidFill>
                  <a:srgbClr val="00B050"/>
                </a:solidFill>
                <a:latin typeface="Liberation Sans"/>
                <a:cs typeface="Liberation Sans"/>
              </a:rPr>
              <a:t>().</a:t>
            </a:r>
          </a:p>
          <a:p>
            <a:pPr marL="355600" marR="5080" indent="-342900">
              <a:lnSpc>
                <a:spcPts val="2230"/>
              </a:lnSpc>
              <a:spcBef>
                <a:spcPts val="315"/>
              </a:spcBef>
              <a:buFont typeface="Wingdings" panose="05000000000000000000" pitchFamily="2" charset="2"/>
              <a:buChar char="§"/>
              <a:tabLst>
                <a:tab pos="8308340" algn="l"/>
              </a:tabLst>
            </a:pPr>
            <a:r>
              <a:rPr lang="en-US" sz="2000" spc="-120" dirty="0">
                <a:latin typeface="Liberation Sans"/>
                <a:cs typeface="Liberation Sans"/>
              </a:rPr>
              <a:t>To </a:t>
            </a:r>
            <a:r>
              <a:rPr lang="en-US" sz="2000" dirty="0">
                <a:latin typeface="Liberation Sans"/>
                <a:cs typeface="Liberation Sans"/>
              </a:rPr>
              <a:t>access </a:t>
            </a:r>
            <a:r>
              <a:rPr lang="en-US" sz="2000" spc="-5" dirty="0">
                <a:latin typeface="Liberation Sans"/>
                <a:cs typeface="Liberation Sans"/>
              </a:rPr>
              <a:t>or obtain </a:t>
            </a:r>
            <a:r>
              <a:rPr lang="en-US" sz="2000" dirty="0">
                <a:latin typeface="Liberation Sans"/>
                <a:cs typeface="Liberation Sans"/>
              </a:rPr>
              <a:t>a semaphore, use:</a:t>
            </a:r>
          </a:p>
          <a:p>
            <a:pPr marL="812800" marR="5080" lvl="1" indent="-342900">
              <a:lnSpc>
                <a:spcPts val="2230"/>
              </a:lnSpc>
              <a:spcBef>
                <a:spcPts val="315"/>
              </a:spcBef>
              <a:buFont typeface="Wingdings" panose="05000000000000000000" pitchFamily="2" charset="2"/>
              <a:buChar char="§"/>
              <a:tabLst>
                <a:tab pos="8308340" algn="l"/>
              </a:tabLst>
            </a:pPr>
            <a:r>
              <a:rPr lang="en-US" sz="2000" dirty="0">
                <a:latin typeface="Liberation Sans"/>
                <a:cs typeface="Liberation Sans"/>
              </a:rPr>
              <a:t> </a:t>
            </a:r>
            <a:r>
              <a:rPr lang="en-US" sz="2000" dirty="0">
                <a:solidFill>
                  <a:srgbClr val="7F0000"/>
                </a:solidFill>
                <a:latin typeface="Liberation Sans"/>
                <a:cs typeface="Liberation Sans"/>
              </a:rPr>
              <a:t>int </a:t>
            </a:r>
            <a:r>
              <a:rPr lang="en-US" sz="2000" spc="-5" dirty="0" err="1">
                <a:solidFill>
                  <a:srgbClr val="7F0000"/>
                </a:solidFill>
                <a:latin typeface="Liberation Sans"/>
                <a:cs typeface="Liberation Sans"/>
              </a:rPr>
              <a:t>sem_wait</a:t>
            </a:r>
            <a:r>
              <a:rPr lang="en-US" sz="2000" spc="-5" dirty="0">
                <a:solidFill>
                  <a:srgbClr val="7F0000"/>
                </a:solidFill>
                <a:latin typeface="Liberation Sans"/>
                <a:cs typeface="Liberation Sans"/>
              </a:rPr>
              <a:t>(</a:t>
            </a:r>
            <a:r>
              <a:rPr lang="en-US" sz="2000" spc="-5" dirty="0" err="1">
                <a:solidFill>
                  <a:srgbClr val="7F0000"/>
                </a:solidFill>
                <a:latin typeface="Liberation Sans"/>
                <a:cs typeface="Liberation Sans"/>
              </a:rPr>
              <a:t>sem_t</a:t>
            </a:r>
            <a:r>
              <a:rPr lang="en-US" sz="2000" spc="-35" dirty="0">
                <a:solidFill>
                  <a:srgbClr val="7F0000"/>
                </a:solidFill>
                <a:latin typeface="Liberation Sans"/>
                <a:cs typeface="Liberation Sans"/>
              </a:rPr>
              <a:t> </a:t>
            </a:r>
            <a:r>
              <a:rPr lang="en-US" sz="2000" dirty="0">
                <a:solidFill>
                  <a:srgbClr val="7F0000"/>
                </a:solidFill>
                <a:latin typeface="Liberation Sans"/>
                <a:cs typeface="Liberation Sans"/>
              </a:rPr>
              <a:t>*</a:t>
            </a:r>
            <a:r>
              <a:rPr lang="en-US" sz="2000" dirty="0" err="1">
                <a:solidFill>
                  <a:srgbClr val="7F0000"/>
                </a:solidFill>
                <a:latin typeface="Liberation Sans"/>
                <a:cs typeface="Liberation Sans"/>
              </a:rPr>
              <a:t>sem</a:t>
            </a:r>
            <a:r>
              <a:rPr lang="en-US" sz="2000" dirty="0">
                <a:solidFill>
                  <a:srgbClr val="7F0000"/>
                </a:solidFill>
                <a:latin typeface="Liberation Sans"/>
                <a:cs typeface="Liberation Sans"/>
              </a:rPr>
              <a:t>);</a:t>
            </a:r>
          </a:p>
          <a:p>
            <a:pPr marL="355600" marR="5080" indent="-342900">
              <a:lnSpc>
                <a:spcPts val="2230"/>
              </a:lnSpc>
              <a:spcBef>
                <a:spcPts val="315"/>
              </a:spcBef>
              <a:buFont typeface="Wingdings" panose="05000000000000000000" pitchFamily="2" charset="2"/>
              <a:buChar char="§"/>
              <a:tabLst>
                <a:tab pos="8308340" algn="l"/>
              </a:tabLst>
            </a:pPr>
            <a:r>
              <a:rPr lang="en-US" sz="2000" spc="-5" dirty="0">
                <a:latin typeface="Liberation Sans"/>
                <a:cs typeface="Liberation Sans"/>
              </a:rPr>
              <a:t>Example of </a:t>
            </a:r>
            <a:r>
              <a:rPr lang="en-US" sz="2000" dirty="0">
                <a:latin typeface="Liberation Sans"/>
                <a:cs typeface="Liberation Sans"/>
              </a:rPr>
              <a:t>use:  </a:t>
            </a:r>
          </a:p>
          <a:p>
            <a:pPr marL="812800" marR="5080" lvl="1" indent="-342900">
              <a:lnSpc>
                <a:spcPts val="2230"/>
              </a:lnSpc>
              <a:spcBef>
                <a:spcPts val="315"/>
              </a:spcBef>
              <a:buFont typeface="Wingdings" panose="05000000000000000000" pitchFamily="2" charset="2"/>
              <a:buChar char="§"/>
              <a:tabLst>
                <a:tab pos="8308340" algn="l"/>
              </a:tabLst>
            </a:pPr>
            <a:r>
              <a:rPr lang="en-US" sz="2000" spc="-5" dirty="0" err="1">
                <a:solidFill>
                  <a:srgbClr val="7F0000"/>
                </a:solidFill>
                <a:latin typeface="Liberation Sans"/>
                <a:cs typeface="Liberation Sans"/>
              </a:rPr>
              <a:t>sem_wait</a:t>
            </a:r>
            <a:r>
              <a:rPr lang="en-US" sz="2000" spc="-5" dirty="0">
                <a:solidFill>
                  <a:srgbClr val="7F0000"/>
                </a:solidFill>
                <a:latin typeface="Liberation Sans"/>
                <a:cs typeface="Liberation Sans"/>
              </a:rPr>
              <a:t>(&amp;</a:t>
            </a:r>
            <a:r>
              <a:rPr lang="en-US" sz="2000" spc="-5" dirty="0" err="1">
                <a:solidFill>
                  <a:srgbClr val="7F0000"/>
                </a:solidFill>
                <a:latin typeface="Liberation Sans"/>
                <a:cs typeface="Liberation Sans"/>
              </a:rPr>
              <a:t>sem_name</a:t>
            </a:r>
            <a:r>
              <a:rPr lang="en-US" sz="2000" spc="-5" dirty="0">
                <a:solidFill>
                  <a:srgbClr val="7F0000"/>
                </a:solidFill>
                <a:latin typeface="Liberation Sans"/>
                <a:cs typeface="Liberation Sans"/>
              </a:rPr>
              <a:t>);</a:t>
            </a:r>
          </a:p>
          <a:p>
            <a:pPr marL="812800" lvl="1" indent="-342900">
              <a:lnSpc>
                <a:spcPts val="2315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spc="-5" dirty="0">
                <a:latin typeface="Liberation Sans"/>
                <a:cs typeface="Liberation Sans"/>
              </a:rPr>
              <a:t>This </a:t>
            </a:r>
            <a:r>
              <a:rPr lang="en-US" sz="2000" dirty="0">
                <a:latin typeface="Liberation Sans"/>
                <a:cs typeface="Liberation Sans"/>
              </a:rPr>
              <a:t>function decrements </a:t>
            </a:r>
            <a:r>
              <a:rPr lang="en-US" sz="2000" spc="-5" dirty="0">
                <a:latin typeface="Liberation Sans"/>
                <a:cs typeface="Liberation Sans"/>
              </a:rPr>
              <a:t>the value </a:t>
            </a:r>
            <a:r>
              <a:rPr lang="en-US" sz="2000" dirty="0">
                <a:latin typeface="Liberation Sans"/>
                <a:cs typeface="Liberation Sans"/>
              </a:rPr>
              <a:t>of </a:t>
            </a:r>
            <a:r>
              <a:rPr lang="en-US" sz="2000" spc="-5" dirty="0">
                <a:latin typeface="Liberation Sans"/>
                <a:cs typeface="Liberation Sans"/>
              </a:rPr>
              <a:t>the</a:t>
            </a:r>
            <a:r>
              <a:rPr lang="en-US" sz="2000" spc="-20" dirty="0">
                <a:latin typeface="Liberation Sans"/>
                <a:cs typeface="Liberation Sans"/>
              </a:rPr>
              <a:t> </a:t>
            </a:r>
            <a:r>
              <a:rPr lang="en-US" sz="2000" dirty="0">
                <a:latin typeface="Liberation Sans"/>
                <a:cs typeface="Liberation Sans"/>
              </a:rPr>
              <a:t>semaphore. </a:t>
            </a:r>
          </a:p>
          <a:p>
            <a:pPr marL="1270000" lvl="2" indent="-342900">
              <a:lnSpc>
                <a:spcPts val="2315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spc="-5" dirty="0">
                <a:latin typeface="Liberation Sans"/>
                <a:cs typeface="Liberation Sans"/>
              </a:rPr>
              <a:t>If the value </a:t>
            </a:r>
            <a:r>
              <a:rPr lang="en-US" sz="2000" dirty="0">
                <a:latin typeface="Liberation Sans"/>
                <a:cs typeface="Liberation Sans"/>
              </a:rPr>
              <a:t>of </a:t>
            </a:r>
            <a:r>
              <a:rPr lang="en-US" sz="2000" spc="-5" dirty="0">
                <a:latin typeface="Liberation Sans"/>
                <a:cs typeface="Liberation Sans"/>
              </a:rPr>
              <a:t>the </a:t>
            </a:r>
            <a:r>
              <a:rPr lang="en-US" sz="2000" dirty="0">
                <a:latin typeface="Liberation Sans"/>
                <a:cs typeface="Liberation Sans"/>
              </a:rPr>
              <a:t>semaphore is </a:t>
            </a:r>
            <a:r>
              <a:rPr lang="en-US" sz="2000" spc="-5" dirty="0">
                <a:latin typeface="Liberation Sans"/>
                <a:cs typeface="Liberation Sans"/>
              </a:rPr>
              <a:t>negative, the calling thread </a:t>
            </a:r>
            <a:r>
              <a:rPr lang="en-US" sz="2000" dirty="0">
                <a:latin typeface="Liberation Sans"/>
                <a:cs typeface="Liberation Sans"/>
              </a:rPr>
              <a:t>blocks </a:t>
            </a:r>
            <a:r>
              <a:rPr lang="en-US" sz="2000" spc="-5" dirty="0">
                <a:latin typeface="Liberation Sans"/>
                <a:cs typeface="Liberation Sans"/>
              </a:rPr>
              <a:t>until  another thread </a:t>
            </a:r>
            <a:r>
              <a:rPr lang="en-US" sz="2000" dirty="0">
                <a:latin typeface="Liberation Sans"/>
                <a:cs typeface="Liberation Sans"/>
              </a:rPr>
              <a:t>increments </a:t>
            </a:r>
            <a:r>
              <a:rPr lang="en-US" sz="2000" spc="-5" dirty="0">
                <a:latin typeface="Liberation Sans"/>
                <a:cs typeface="Liberation Sans"/>
              </a:rPr>
              <a:t>the value.</a:t>
            </a:r>
            <a:endParaRPr lang="en-US" sz="2000" dirty="0">
              <a:latin typeface="Liberation Sans"/>
              <a:cs typeface="Liberation Sans"/>
            </a:endParaRPr>
          </a:p>
          <a:p>
            <a:pPr marL="432434" marR="5577840" indent="-420370">
              <a:lnSpc>
                <a:spcPts val="4460"/>
              </a:lnSpc>
              <a:spcBef>
                <a:spcPts val="10"/>
              </a:spcBef>
            </a:pPr>
            <a:endParaRPr lang="en-US" sz="2000" dirty="0">
              <a:latin typeface="Liberation Sans"/>
              <a:cs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1026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7DA37-DC59-4A5F-AC24-E12CED25F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spc="-5" dirty="0"/>
              <a:t>Using</a:t>
            </a:r>
            <a:r>
              <a:rPr lang="en-US" sz="4800" spc="-65" dirty="0"/>
              <a:t> </a:t>
            </a:r>
            <a:r>
              <a:rPr lang="en-US" sz="4800" spc="-5" dirty="0"/>
              <a:t>semaphores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D120D-13B4-432E-9F4D-F77BD8AA1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4842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400" spc="-120" dirty="0">
                <a:latin typeface="Liberation Sans"/>
                <a:cs typeface="Liberation Sans"/>
              </a:rPr>
              <a:t>To </a:t>
            </a:r>
            <a:r>
              <a:rPr lang="en-US" sz="2400" dirty="0">
                <a:latin typeface="Liberation Sans"/>
                <a:cs typeface="Liberation Sans"/>
              </a:rPr>
              <a:t>increment </a:t>
            </a:r>
            <a:r>
              <a:rPr lang="en-US" sz="2400" spc="-5" dirty="0">
                <a:latin typeface="Liberation Sans"/>
                <a:cs typeface="Liberation Sans"/>
              </a:rPr>
              <a:t>the value of </a:t>
            </a:r>
            <a:r>
              <a:rPr lang="en-US" sz="2400" dirty="0">
                <a:latin typeface="Liberation Sans"/>
                <a:cs typeface="Liberation Sans"/>
              </a:rPr>
              <a:t>a semaphore, use</a:t>
            </a:r>
            <a:r>
              <a:rPr lang="en-US" sz="2400" spc="90" dirty="0">
                <a:latin typeface="Liberation Sans"/>
                <a:cs typeface="Liberation Sans"/>
              </a:rPr>
              <a:t> </a:t>
            </a:r>
            <a:r>
              <a:rPr lang="en-US" sz="2400" dirty="0" err="1">
                <a:latin typeface="Liberation Sans"/>
                <a:cs typeface="Liberation Sans"/>
              </a:rPr>
              <a:t>sem_post</a:t>
            </a:r>
            <a:r>
              <a:rPr lang="en-US" sz="2400" dirty="0">
                <a:latin typeface="Liberation Sans"/>
                <a:cs typeface="Liberation Sans"/>
              </a:rPr>
              <a:t>():</a:t>
            </a:r>
          </a:p>
          <a:p>
            <a:pPr marL="577266" lvl="1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179" dirty="0">
                <a:solidFill>
                  <a:srgbClr val="7F0000"/>
                </a:solidFill>
                <a:latin typeface="Liberation Sans"/>
                <a:cs typeface="Liberation Sans"/>
              </a:rPr>
              <a:t>int </a:t>
            </a:r>
            <a:r>
              <a:rPr lang="en-US" sz="2179" dirty="0" err="1">
                <a:solidFill>
                  <a:srgbClr val="7F0000"/>
                </a:solidFill>
                <a:latin typeface="Liberation Sans"/>
                <a:cs typeface="Liberation Sans"/>
              </a:rPr>
              <a:t>sem_post</a:t>
            </a:r>
            <a:r>
              <a:rPr lang="en-US" sz="2179" dirty="0">
                <a:solidFill>
                  <a:srgbClr val="7F0000"/>
                </a:solidFill>
                <a:latin typeface="Liberation Sans"/>
                <a:cs typeface="Liberation Sans"/>
              </a:rPr>
              <a:t>(</a:t>
            </a:r>
            <a:r>
              <a:rPr lang="en-US" sz="2179" dirty="0" err="1">
                <a:solidFill>
                  <a:srgbClr val="7F0000"/>
                </a:solidFill>
                <a:latin typeface="Liberation Sans"/>
                <a:cs typeface="Liberation Sans"/>
              </a:rPr>
              <a:t>sem_t</a:t>
            </a:r>
            <a:r>
              <a:rPr lang="en-US" sz="2179" spc="-85" dirty="0">
                <a:solidFill>
                  <a:srgbClr val="7F0000"/>
                </a:solidFill>
                <a:latin typeface="Liberation Sans"/>
                <a:cs typeface="Liberation Sans"/>
              </a:rPr>
              <a:t> </a:t>
            </a:r>
            <a:r>
              <a:rPr lang="en-US" sz="2179" spc="-5" dirty="0">
                <a:solidFill>
                  <a:srgbClr val="7F0000"/>
                </a:solidFill>
                <a:latin typeface="Liberation Sans"/>
                <a:cs typeface="Liberation Sans"/>
              </a:rPr>
              <a:t>*</a:t>
            </a:r>
            <a:r>
              <a:rPr lang="en-US" sz="2179" spc="-5" dirty="0" err="1">
                <a:solidFill>
                  <a:srgbClr val="7F0000"/>
                </a:solidFill>
                <a:latin typeface="Liberation Sans"/>
                <a:cs typeface="Liberation Sans"/>
              </a:rPr>
              <a:t>sem</a:t>
            </a:r>
            <a:r>
              <a:rPr lang="en-US" sz="2179" spc="-5" dirty="0">
                <a:solidFill>
                  <a:srgbClr val="7F0000"/>
                </a:solidFill>
                <a:latin typeface="Liberation Sans"/>
                <a:cs typeface="Liberation Sans"/>
              </a:rPr>
              <a:t>);  </a:t>
            </a:r>
          </a:p>
          <a:p>
            <a:pPr marL="577266" lvl="1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179" spc="-5" dirty="0">
                <a:latin typeface="Liberation Sans"/>
                <a:cs typeface="Liberation Sans"/>
              </a:rPr>
              <a:t>Example of</a:t>
            </a:r>
            <a:r>
              <a:rPr lang="en-US" sz="2179" spc="-10" dirty="0">
                <a:latin typeface="Liberation Sans"/>
                <a:cs typeface="Liberation Sans"/>
              </a:rPr>
              <a:t> </a:t>
            </a:r>
            <a:r>
              <a:rPr lang="en-US" sz="2179" dirty="0">
                <a:latin typeface="Liberation Sans"/>
                <a:cs typeface="Liberation Sans"/>
              </a:rPr>
              <a:t>use:</a:t>
            </a:r>
          </a:p>
          <a:p>
            <a:pPr marL="778782" lvl="2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960" dirty="0" err="1">
                <a:solidFill>
                  <a:srgbClr val="7F0000"/>
                </a:solidFill>
                <a:latin typeface="Liberation Sans"/>
                <a:cs typeface="Liberation Sans"/>
              </a:rPr>
              <a:t>sem_post</a:t>
            </a:r>
            <a:r>
              <a:rPr lang="en-US" sz="1960" dirty="0">
                <a:solidFill>
                  <a:srgbClr val="7F0000"/>
                </a:solidFill>
                <a:latin typeface="Liberation Sans"/>
                <a:cs typeface="Liberation Sans"/>
              </a:rPr>
              <a:t>(&amp;</a:t>
            </a:r>
            <a:r>
              <a:rPr lang="en-US" sz="1960" dirty="0" err="1">
                <a:solidFill>
                  <a:srgbClr val="7F0000"/>
                </a:solidFill>
                <a:latin typeface="Liberation Sans"/>
                <a:cs typeface="Liberation Sans"/>
              </a:rPr>
              <a:t>sem_name</a:t>
            </a:r>
            <a:r>
              <a:rPr lang="en-US" sz="1960" dirty="0">
                <a:solidFill>
                  <a:srgbClr val="7F0000"/>
                </a:solidFill>
                <a:latin typeface="Liberation Sans"/>
                <a:cs typeface="Liberation Sans"/>
              </a:rPr>
              <a:t>);</a:t>
            </a:r>
          </a:p>
          <a:p>
            <a:pPr marL="778782" lvl="2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179" spc="-5" dirty="0">
                <a:latin typeface="Liberation Sans"/>
                <a:cs typeface="Liberation Sans"/>
              </a:rPr>
              <a:t>The function </a:t>
            </a:r>
            <a:r>
              <a:rPr lang="en-US" sz="2179" dirty="0">
                <a:latin typeface="Liberation Sans"/>
                <a:cs typeface="Liberation Sans"/>
              </a:rPr>
              <a:t>increments </a:t>
            </a:r>
            <a:r>
              <a:rPr lang="en-US" sz="2179" spc="-5" dirty="0">
                <a:latin typeface="Liberation Sans"/>
                <a:cs typeface="Liberation Sans"/>
              </a:rPr>
              <a:t>the value </a:t>
            </a:r>
            <a:r>
              <a:rPr lang="en-US" sz="2179" dirty="0">
                <a:latin typeface="Liberation Sans"/>
                <a:cs typeface="Liberation Sans"/>
              </a:rPr>
              <a:t>of </a:t>
            </a:r>
            <a:r>
              <a:rPr lang="en-US" sz="2179" spc="-5" dirty="0">
                <a:latin typeface="Liberation Sans"/>
                <a:cs typeface="Liberation Sans"/>
              </a:rPr>
              <a:t>the </a:t>
            </a:r>
            <a:r>
              <a:rPr lang="en-US" sz="2179" dirty="0">
                <a:latin typeface="Liberation Sans"/>
                <a:cs typeface="Liberation Sans"/>
              </a:rPr>
              <a:t>semaphore and </a:t>
            </a:r>
            <a:r>
              <a:rPr lang="en-US" sz="2179" spc="-5" dirty="0">
                <a:latin typeface="Liberation Sans"/>
                <a:cs typeface="Liberation Sans"/>
              </a:rPr>
              <a:t>wakes </a:t>
            </a:r>
            <a:r>
              <a:rPr lang="en-US" sz="2179" dirty="0">
                <a:latin typeface="Liberation Sans"/>
                <a:cs typeface="Liberation Sans"/>
              </a:rPr>
              <a:t>up any </a:t>
            </a:r>
            <a:r>
              <a:rPr lang="en-US" sz="2179" spc="-5" dirty="0">
                <a:latin typeface="Liberation Sans"/>
                <a:cs typeface="Liberation Sans"/>
              </a:rPr>
              <a:t>blocked  thread that is waiting on the</a:t>
            </a:r>
            <a:r>
              <a:rPr lang="en-US" sz="2179" spc="15" dirty="0">
                <a:latin typeface="Liberation Sans"/>
                <a:cs typeface="Liberation Sans"/>
              </a:rPr>
              <a:t> </a:t>
            </a:r>
            <a:r>
              <a:rPr lang="en-US" sz="2179" dirty="0">
                <a:latin typeface="Liberation Sans"/>
                <a:cs typeface="Liberation Sans"/>
              </a:rPr>
              <a:t>semaphore.</a:t>
            </a:r>
          </a:p>
          <a:p>
            <a:pPr marL="435882" lvl="2" indent="0">
              <a:lnSpc>
                <a:spcPct val="100000"/>
              </a:lnSpc>
              <a:spcBef>
                <a:spcPts val="100"/>
              </a:spcBef>
              <a:buNone/>
            </a:pPr>
            <a:endParaRPr lang="en-US" sz="2400" dirty="0">
              <a:latin typeface="Times New Roman"/>
              <a:cs typeface="Times New Roman"/>
            </a:endParaRPr>
          </a:p>
          <a:p>
            <a:pPr marL="254842" marR="5080" indent="-342900">
              <a:lnSpc>
                <a:spcPts val="2230"/>
              </a:lnSpc>
              <a:spcBef>
                <a:spcPts val="5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Liberation Sans"/>
                <a:cs typeface="Liberation Sans"/>
              </a:rPr>
              <a:t>Any </a:t>
            </a:r>
            <a:r>
              <a:rPr lang="en-US" sz="2400" spc="-5" dirty="0">
                <a:latin typeface="Liberation Sans"/>
                <a:cs typeface="Liberation Sans"/>
              </a:rPr>
              <a:t>thread </a:t>
            </a:r>
            <a:r>
              <a:rPr lang="en-US" sz="2400" dirty="0">
                <a:latin typeface="Liberation Sans"/>
                <a:cs typeface="Liberation Sans"/>
              </a:rPr>
              <a:t>can issue a call </a:t>
            </a:r>
            <a:r>
              <a:rPr lang="en-US" sz="2400" spc="-5" dirty="0">
                <a:latin typeface="Liberation Sans"/>
                <a:cs typeface="Liberation Sans"/>
              </a:rPr>
              <a:t>to </a:t>
            </a:r>
            <a:r>
              <a:rPr lang="en-US" sz="2400" dirty="0" err="1">
                <a:latin typeface="Liberation Sans"/>
                <a:cs typeface="Liberation Sans"/>
              </a:rPr>
              <a:t>sem_post</a:t>
            </a:r>
            <a:r>
              <a:rPr lang="en-US" sz="2400" dirty="0">
                <a:latin typeface="Liberation Sans"/>
                <a:cs typeface="Liberation Sans"/>
              </a:rPr>
              <a:t>() and </a:t>
            </a:r>
            <a:r>
              <a:rPr lang="en-US" sz="2400" spc="-5" dirty="0">
                <a:latin typeface="Liberation Sans"/>
                <a:cs typeface="Liberation Sans"/>
              </a:rPr>
              <a:t>is </a:t>
            </a:r>
            <a:r>
              <a:rPr lang="en-US" sz="2400" dirty="0">
                <a:latin typeface="Liberation Sans"/>
                <a:cs typeface="Liberation Sans"/>
              </a:rPr>
              <a:t>issued </a:t>
            </a:r>
            <a:r>
              <a:rPr lang="en-US" sz="2400" spc="-5" dirty="0">
                <a:latin typeface="Liberation Sans"/>
                <a:cs typeface="Liberation Sans"/>
              </a:rPr>
              <a:t>when the thread is </a:t>
            </a:r>
            <a:r>
              <a:rPr lang="en-US" sz="2400" dirty="0">
                <a:latin typeface="Liberation Sans"/>
                <a:cs typeface="Liberation Sans"/>
              </a:rPr>
              <a:t>done  </a:t>
            </a:r>
            <a:r>
              <a:rPr lang="en-US" sz="2400" spc="-10" dirty="0">
                <a:latin typeface="Liberation Sans"/>
                <a:cs typeface="Liberation Sans"/>
              </a:rPr>
              <a:t>with </a:t>
            </a:r>
            <a:r>
              <a:rPr lang="en-US" sz="2400" dirty="0">
                <a:latin typeface="Liberation Sans"/>
                <a:cs typeface="Liberation Sans"/>
              </a:rPr>
              <a:t>a </a:t>
            </a:r>
            <a:r>
              <a:rPr lang="en-US" sz="2400" spc="-5" dirty="0">
                <a:latin typeface="Liberation Sans"/>
                <a:cs typeface="Liberation Sans"/>
              </a:rPr>
              <a:t>critical section </a:t>
            </a:r>
            <a:r>
              <a:rPr lang="en-US" sz="2400" dirty="0">
                <a:latin typeface="Liberation Sans"/>
                <a:cs typeface="Liberation Sans"/>
              </a:rPr>
              <a:t>of code </a:t>
            </a:r>
            <a:r>
              <a:rPr lang="en-US" sz="2400" spc="-5" dirty="0">
                <a:latin typeface="Liberation Sans"/>
                <a:cs typeface="Liberation Sans"/>
              </a:rPr>
              <a:t>or </a:t>
            </a:r>
            <a:r>
              <a:rPr lang="en-US" sz="2400" dirty="0">
                <a:latin typeface="Liberation Sans"/>
                <a:cs typeface="Liberation Sans"/>
              </a:rPr>
              <a:t>no longer needs exclusive access </a:t>
            </a:r>
            <a:r>
              <a:rPr lang="en-US" sz="2400" spc="-5" dirty="0">
                <a:latin typeface="Liberation Sans"/>
                <a:cs typeface="Liberation Sans"/>
              </a:rPr>
              <a:t>to </a:t>
            </a:r>
            <a:r>
              <a:rPr lang="en-US" sz="2400" dirty="0">
                <a:latin typeface="Liberation Sans"/>
                <a:cs typeface="Liberation Sans"/>
              </a:rPr>
              <a:t>a shared  </a:t>
            </a:r>
            <a:r>
              <a:rPr lang="en-US" sz="2400" spc="-5" dirty="0">
                <a:latin typeface="Liberation Sans"/>
                <a:cs typeface="Liberation Sans"/>
              </a:rPr>
              <a:t>variable </a:t>
            </a:r>
            <a:r>
              <a:rPr lang="en-US" sz="2400" dirty="0">
                <a:latin typeface="Liberation Sans"/>
                <a:cs typeface="Liberation Sans"/>
              </a:rPr>
              <a:t>or</a:t>
            </a:r>
            <a:r>
              <a:rPr lang="en-US" sz="2400" spc="-5" dirty="0">
                <a:latin typeface="Liberation Sans"/>
                <a:cs typeface="Liberation Sans"/>
              </a:rPr>
              <a:t> </a:t>
            </a:r>
            <a:r>
              <a:rPr lang="en-US" sz="2400" dirty="0">
                <a:latin typeface="Liberation Sans"/>
                <a:cs typeface="Liberation Sans"/>
              </a:rPr>
              <a:t>resource.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94850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1E9B0D-8ECF-4F56-BA65-920DB94A37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947" y="577850"/>
            <a:ext cx="8360729" cy="317274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00DB1F-9F54-4B18-A013-B1626DDD6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47" y="3750590"/>
            <a:ext cx="4480753" cy="248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71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F565A-FEF9-4744-ABBE-9CC62B79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B160D1-DCD8-4243-A389-10B7AA7BC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8500" y="315796"/>
            <a:ext cx="8839200" cy="6434254"/>
          </a:xfrm>
        </p:spPr>
      </p:pic>
    </p:spTree>
    <p:extLst>
      <p:ext uri="{BB962C8B-B14F-4D97-AF65-F5344CB8AC3E}">
        <p14:creationId xmlns:p14="http://schemas.microsoft.com/office/powerpoint/2010/main" val="4107113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F7CBA9-9D9B-479F-AAB5-BF785971C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87150" y="1914847"/>
            <a:ext cx="824350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7542" y="315794"/>
            <a:ext cx="8319135" cy="1598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spc="-50"/>
              <a:t>To find out the value of a semaphore, use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4480E5-678B-478F-9170-46502C5FB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6979477"/>
            <a:ext cx="10083788" cy="732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98D875-841B-47A7-B4C8-237DBCE2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052733"/>
            <a:ext cx="10083800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B894DDAA-B00D-4D5D-80B6-112437D497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6034033"/>
              </p:ext>
            </p:extLst>
          </p:nvPr>
        </p:nvGraphicFramePr>
        <p:xfrm>
          <a:off x="907542" y="2033725"/>
          <a:ext cx="8319135" cy="4433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25" y="7052733"/>
            <a:ext cx="10081175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6979477"/>
            <a:ext cx="10081174" cy="7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8833" y="4785783"/>
            <a:ext cx="816787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B1836F0-F9E0-4D93-9BDD-7EEC6EA05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3800" cy="69794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7F5E58-5049-4F26-9EEA-C36460DF8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067" y="704190"/>
            <a:ext cx="5172014" cy="406144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8000" spc="-50">
                <a:solidFill>
                  <a:schemeClr val="tx1">
                    <a:lumMod val="85000"/>
                    <a:lumOff val="15000"/>
                  </a:schemeClr>
                </a:solidFill>
              </a:rPr>
              <a:t>Thank You!</a:t>
            </a:r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D5E8E876-5022-4FCB-8143-19FA0C8B5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370" y="1831754"/>
            <a:ext cx="3309420" cy="330942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A49EFD3-A806-4D59-99F1-AA9AFAE4E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5181" y="4785783"/>
            <a:ext cx="466153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D2F28D1-82F9-40FE-935C-85ECF7660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6979477"/>
            <a:ext cx="10083788" cy="732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670E93-2F53-48FC-AB6C-E99E22D17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052733"/>
            <a:ext cx="10083800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0391023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3348</TotalTime>
  <Words>947</Words>
  <Application>Microsoft Office PowerPoint</Application>
  <PresentationFormat>Custom</PresentationFormat>
  <Paragraphs>92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</vt:lpstr>
      <vt:lpstr>Calibri Light</vt:lpstr>
      <vt:lpstr>Liberation Sans</vt:lpstr>
      <vt:lpstr>Times New Roman</vt:lpstr>
      <vt:lpstr>Wingdings</vt:lpstr>
      <vt:lpstr>Retrospect</vt:lpstr>
      <vt:lpstr>PowerPoint Presentation</vt:lpstr>
      <vt:lpstr>Mutexes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 Variables</vt:lpstr>
      <vt:lpstr>Basic condition variable functions</vt:lpstr>
      <vt:lpstr>Using a condition variable</vt:lpstr>
      <vt:lpstr>PowerPoint Presentation</vt:lpstr>
      <vt:lpstr>PowerPoint Presentation</vt:lpstr>
      <vt:lpstr>PowerPoint Presentation</vt:lpstr>
      <vt:lpstr>Semaphore</vt:lpstr>
      <vt:lpstr>Posix semaphores</vt:lpstr>
      <vt:lpstr>Using semaphores</vt:lpstr>
      <vt:lpstr>Using semaphores</vt:lpstr>
      <vt:lpstr>PowerPoint Presentation</vt:lpstr>
      <vt:lpstr>PowerPoint Presentation</vt:lpstr>
      <vt:lpstr>To find out the value of a semaphore, use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Posix threads</dc:title>
  <dc:creator>Hp</dc:creator>
  <cp:lastModifiedBy>Aqsa Younas</cp:lastModifiedBy>
  <cp:revision>26</cp:revision>
  <dcterms:created xsi:type="dcterms:W3CDTF">2019-07-08T14:11:21Z</dcterms:created>
  <dcterms:modified xsi:type="dcterms:W3CDTF">2024-04-17T04:04:55Z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2016-02-23T00:00:00Z</vt:filetime>
  </property>
  <property fmtid="{D5CDD505-2E9C-101B-9397-08002B2CF9AE}" pid="3" name="Creator">
    <vt:lpwstr>Impress</vt:lpwstr>
  </property>
  <property fmtid="{D5CDD505-2E9C-101B-9397-08002B2CF9AE}" pid="4" name="LastSaved">
    <vt:filetime>2019-07-08T00:00:00Z</vt:filetime>
  </property>
</Properties>
</file>